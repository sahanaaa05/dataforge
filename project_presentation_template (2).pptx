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72" r:id="rId5"/>
    <p:sldId id="260" r:id="rId6"/>
    <p:sldId id="277" r:id="rId7"/>
    <p:sldId id="261" r:id="rId8"/>
    <p:sldId id="271" r:id="rId9"/>
    <p:sldId id="262" r:id="rId10"/>
    <p:sldId id="273" r:id="rId11"/>
    <p:sldId id="274" r:id="rId12"/>
    <p:sldId id="275" r:id="rId13"/>
    <p:sldId id="276" r:id="rId14"/>
    <p:sldId id="278" r:id="rId15"/>
    <p:sldId id="279" r:id="rId16"/>
    <p:sldId id="280" r:id="rId17"/>
    <p:sldId id="281" r:id="rId18"/>
    <p:sldId id="266" r:id="rId19"/>
    <p:sldId id="267" r:id="rId20"/>
    <p:sldId id="268" r:id="rId21"/>
    <p:sldId id="282" r:id="rId22"/>
    <p:sldId id="283" r:id="rId23"/>
    <p:sldId id="269" r:id="rId24"/>
    <p:sldId id="270" r:id="rId25"/>
    <p:sldId id="28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CB0D1E-CFA2-417C-895E-8504300FD2BB}" v="28" dt="2025-11-05T01:55:20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na J" userId="f4b95838ecef290e" providerId="LiveId" clId="{2C5FA4CF-9274-40E8-93DA-4F79EFBFAACA}"/>
    <pc:docChg chg="undo custSel addSld delSld modSld">
      <pc:chgData name="Sahana J" userId="f4b95838ecef290e" providerId="LiveId" clId="{2C5FA4CF-9274-40E8-93DA-4F79EFBFAACA}" dt="2025-11-05T01:56:00.928" v="306" actId="478"/>
      <pc:docMkLst>
        <pc:docMk/>
      </pc:docMkLst>
      <pc:sldChg chg="addSp delSp modSp mod">
        <pc:chgData name="Sahana J" userId="f4b95838ecef290e" providerId="LiveId" clId="{2C5FA4CF-9274-40E8-93DA-4F79EFBFAACA}" dt="2025-11-03T10:38:35.169" v="135" actId="14100"/>
        <pc:sldMkLst>
          <pc:docMk/>
          <pc:sldMk cId="3216276847" sldId="260"/>
        </pc:sldMkLst>
        <pc:picChg chg="add mod modCrop">
          <ac:chgData name="Sahana J" userId="f4b95838ecef290e" providerId="LiveId" clId="{2C5FA4CF-9274-40E8-93DA-4F79EFBFAACA}" dt="2025-11-03T10:38:35.169" v="135" actId="14100"/>
          <ac:picMkLst>
            <pc:docMk/>
            <pc:sldMk cId="3216276847" sldId="260"/>
            <ac:picMk id="7" creationId="{B74D4794-8148-60E5-6862-BE4F80B23228}"/>
          </ac:picMkLst>
        </pc:picChg>
      </pc:sldChg>
      <pc:sldChg chg="delSp modSp mod">
        <pc:chgData name="Sahana J" userId="f4b95838ecef290e" providerId="LiveId" clId="{2C5FA4CF-9274-40E8-93DA-4F79EFBFAACA}" dt="2025-11-05T01:24:43.459" v="196" actId="478"/>
        <pc:sldMkLst>
          <pc:docMk/>
          <pc:sldMk cId="224324945" sldId="262"/>
        </pc:sldMkLst>
        <pc:spChg chg="del mod">
          <ac:chgData name="Sahana J" userId="f4b95838ecef290e" providerId="LiveId" clId="{2C5FA4CF-9274-40E8-93DA-4F79EFBFAACA}" dt="2025-11-05T01:24:43.459" v="196" actId="478"/>
          <ac:spMkLst>
            <pc:docMk/>
            <pc:sldMk cId="224324945" sldId="262"/>
            <ac:spMk id="3" creationId="{20E1909F-10F6-BF5D-5104-203F79C5755D}"/>
          </ac:spMkLst>
        </pc:spChg>
      </pc:sldChg>
      <pc:sldChg chg="modSp del mod">
        <pc:chgData name="Sahana J" userId="f4b95838ecef290e" providerId="LiveId" clId="{2C5FA4CF-9274-40E8-93DA-4F79EFBFAACA}" dt="2025-11-05T01:44:09.302" v="234" actId="2696"/>
        <pc:sldMkLst>
          <pc:docMk/>
          <pc:sldMk cId="1824710316" sldId="263"/>
        </pc:sldMkLst>
      </pc:sldChg>
      <pc:sldChg chg="del">
        <pc:chgData name="Sahana J" userId="f4b95838ecef290e" providerId="LiveId" clId="{2C5FA4CF-9274-40E8-93DA-4F79EFBFAACA}" dt="2025-11-05T01:44:24.017" v="235" actId="2696"/>
        <pc:sldMkLst>
          <pc:docMk/>
          <pc:sldMk cId="3532447572" sldId="264"/>
        </pc:sldMkLst>
      </pc:sldChg>
      <pc:sldChg chg="del">
        <pc:chgData name="Sahana J" userId="f4b95838ecef290e" providerId="LiveId" clId="{2C5FA4CF-9274-40E8-93DA-4F79EFBFAACA}" dt="2025-11-05T01:45:29.176" v="238" actId="2696"/>
        <pc:sldMkLst>
          <pc:docMk/>
          <pc:sldMk cId="1956419435" sldId="265"/>
        </pc:sldMkLst>
      </pc:sldChg>
      <pc:sldChg chg="addSp delSp modSp mod">
        <pc:chgData name="Sahana J" userId="f4b95838ecef290e" providerId="LiveId" clId="{2C5FA4CF-9274-40E8-93DA-4F79EFBFAACA}" dt="2025-11-05T01:52:18.829" v="270" actId="27636"/>
        <pc:sldMkLst>
          <pc:docMk/>
          <pc:sldMk cId="3600551870" sldId="268"/>
        </pc:sldMkLst>
        <pc:spChg chg="add del mod">
          <ac:chgData name="Sahana J" userId="f4b95838ecef290e" providerId="LiveId" clId="{2C5FA4CF-9274-40E8-93DA-4F79EFBFAACA}" dt="2025-11-05T01:50:14.254" v="242" actId="478"/>
          <ac:spMkLst>
            <pc:docMk/>
            <pc:sldMk cId="3600551870" sldId="268"/>
            <ac:spMk id="2" creationId="{30615C13-C16B-BC33-C6AE-0E47749BD463}"/>
          </ac:spMkLst>
        </pc:spChg>
        <pc:spChg chg="add del mod">
          <ac:chgData name="Sahana J" userId="f4b95838ecef290e" providerId="LiveId" clId="{2C5FA4CF-9274-40E8-93DA-4F79EFBFAACA}" dt="2025-11-05T01:52:18.829" v="270" actId="27636"/>
          <ac:spMkLst>
            <pc:docMk/>
            <pc:sldMk cId="3600551870" sldId="268"/>
            <ac:spMk id="3" creationId="{20E1909F-10F6-BF5D-5104-203F79C5755D}"/>
          </ac:spMkLst>
        </pc:spChg>
        <pc:spChg chg="add del mod">
          <ac:chgData name="Sahana J" userId="f4b95838ecef290e" providerId="LiveId" clId="{2C5FA4CF-9274-40E8-93DA-4F79EFBFAACA}" dt="2025-11-05T01:50:14.254" v="242" actId="478"/>
          <ac:spMkLst>
            <pc:docMk/>
            <pc:sldMk cId="3600551870" sldId="268"/>
            <ac:spMk id="5" creationId="{5BCC2FC7-C086-0FFA-576C-EBDC2368908C}"/>
          </ac:spMkLst>
        </pc:spChg>
        <pc:spChg chg="add del mod">
          <ac:chgData name="Sahana J" userId="f4b95838ecef290e" providerId="LiveId" clId="{2C5FA4CF-9274-40E8-93DA-4F79EFBFAACA}" dt="2025-11-05T01:50:14.254" v="242" actId="478"/>
          <ac:spMkLst>
            <pc:docMk/>
            <pc:sldMk cId="3600551870" sldId="268"/>
            <ac:spMk id="7" creationId="{D838E27A-8893-71F0-ADB3-6BA083C661A5}"/>
          </ac:spMkLst>
        </pc:spChg>
        <pc:graphicFrameChg chg="add mod">
          <ac:chgData name="Sahana J" userId="f4b95838ecef290e" providerId="LiveId" clId="{2C5FA4CF-9274-40E8-93DA-4F79EFBFAACA}" dt="2025-11-05T01:50:23.499" v="247"/>
          <ac:graphicFrameMkLst>
            <pc:docMk/>
            <pc:sldMk cId="3600551870" sldId="268"/>
            <ac:graphicFrameMk id="8" creationId="{A57F1584-9551-8BA2-01B5-215F8ABDFDDF}"/>
          </ac:graphicFrameMkLst>
        </pc:graphicFrameChg>
        <pc:graphicFrameChg chg="add mod modGraphic">
          <ac:chgData name="Sahana J" userId="f4b95838ecef290e" providerId="LiveId" clId="{2C5FA4CF-9274-40E8-93DA-4F79EFBFAACA}" dt="2025-11-05T01:50:22.263" v="246" actId="2161"/>
          <ac:graphicFrameMkLst>
            <pc:docMk/>
            <pc:sldMk cId="3600551870" sldId="268"/>
            <ac:graphicFrameMk id="9" creationId="{01F41594-24A7-D2C4-F339-6D25F1F69284}"/>
          </ac:graphicFrameMkLst>
        </pc:graphicFrameChg>
        <pc:graphicFrameChg chg="add mod">
          <ac:chgData name="Sahana J" userId="f4b95838ecef290e" providerId="LiveId" clId="{2C5FA4CF-9274-40E8-93DA-4F79EFBFAACA}" dt="2025-11-05T01:50:28.858" v="249"/>
          <ac:graphicFrameMkLst>
            <pc:docMk/>
            <pc:sldMk cId="3600551870" sldId="268"/>
            <ac:graphicFrameMk id="10" creationId="{0AD2658E-E15C-C630-D384-1359D40BE82D}"/>
          </ac:graphicFrameMkLst>
        </pc:graphicFrameChg>
        <pc:graphicFrameChg chg="add mod">
          <ac:chgData name="Sahana J" userId="f4b95838ecef290e" providerId="LiveId" clId="{2C5FA4CF-9274-40E8-93DA-4F79EFBFAACA}" dt="2025-11-05T01:50:25.957" v="248"/>
          <ac:graphicFrameMkLst>
            <pc:docMk/>
            <pc:sldMk cId="3600551870" sldId="268"/>
            <ac:graphicFrameMk id="11" creationId="{EF0F9C77-C3E5-9732-A01A-ADA5329B3498}"/>
          </ac:graphicFrameMkLst>
        </pc:graphicFrameChg>
        <pc:graphicFrameChg chg="add mod">
          <ac:chgData name="Sahana J" userId="f4b95838ecef290e" providerId="LiveId" clId="{2C5FA4CF-9274-40E8-93DA-4F79EFBFAACA}" dt="2025-11-05T01:51:56.251" v="261"/>
          <ac:graphicFrameMkLst>
            <pc:docMk/>
            <pc:sldMk cId="3600551870" sldId="268"/>
            <ac:graphicFrameMk id="12" creationId="{A7A82BED-D9C7-37E2-EADA-1A9F4975B8D6}"/>
          </ac:graphicFrameMkLst>
        </pc:graphicFrameChg>
        <pc:graphicFrameChg chg="add mod">
          <ac:chgData name="Sahana J" userId="f4b95838ecef290e" providerId="LiveId" clId="{2C5FA4CF-9274-40E8-93DA-4F79EFBFAACA}" dt="2025-11-05T01:51:56.251" v="261"/>
          <ac:graphicFrameMkLst>
            <pc:docMk/>
            <pc:sldMk cId="3600551870" sldId="268"/>
            <ac:graphicFrameMk id="13" creationId="{9A1662C6-553C-94BB-BC3C-73AC7C81EFB1}"/>
          </ac:graphicFrameMkLst>
        </pc:graphicFrameChg>
      </pc:sldChg>
      <pc:sldChg chg="modSp">
        <pc:chgData name="Sahana J" userId="f4b95838ecef290e" providerId="LiveId" clId="{2C5FA4CF-9274-40E8-93DA-4F79EFBFAACA}" dt="2025-11-05T01:55:20.732" v="292"/>
        <pc:sldMkLst>
          <pc:docMk/>
          <pc:sldMk cId="1896940940" sldId="269"/>
        </pc:sldMkLst>
        <pc:spChg chg="mod">
          <ac:chgData name="Sahana J" userId="f4b95838ecef290e" providerId="LiveId" clId="{2C5FA4CF-9274-40E8-93DA-4F79EFBFAACA}" dt="2025-11-05T01:55:20.732" v="292"/>
          <ac:spMkLst>
            <pc:docMk/>
            <pc:sldMk cId="1896940940" sldId="269"/>
            <ac:spMk id="3" creationId="{20E1909F-10F6-BF5D-5104-203F79C5755D}"/>
          </ac:spMkLst>
        </pc:spChg>
      </pc:sldChg>
      <pc:sldChg chg="modSp mod">
        <pc:chgData name="Sahana J" userId="f4b95838ecef290e" providerId="LiveId" clId="{2C5FA4CF-9274-40E8-93DA-4F79EFBFAACA}" dt="2025-11-05T01:55:42.376" v="295" actId="20577"/>
        <pc:sldMkLst>
          <pc:docMk/>
          <pc:sldMk cId="4034958758" sldId="270"/>
        </pc:sldMkLst>
        <pc:spChg chg="mod">
          <ac:chgData name="Sahana J" userId="f4b95838ecef290e" providerId="LiveId" clId="{2C5FA4CF-9274-40E8-93DA-4F79EFBFAACA}" dt="2025-11-05T01:55:37.160" v="294" actId="20577"/>
          <ac:spMkLst>
            <pc:docMk/>
            <pc:sldMk cId="4034958758" sldId="270"/>
            <ac:spMk id="2" creationId="{30615C13-C16B-BC33-C6AE-0E47749BD463}"/>
          </ac:spMkLst>
        </pc:spChg>
        <pc:spChg chg="mod">
          <ac:chgData name="Sahana J" userId="f4b95838ecef290e" providerId="LiveId" clId="{2C5FA4CF-9274-40E8-93DA-4F79EFBFAACA}" dt="2025-11-05T01:55:42.376" v="295" actId="20577"/>
          <ac:spMkLst>
            <pc:docMk/>
            <pc:sldMk cId="4034958758" sldId="270"/>
            <ac:spMk id="3" creationId="{20E1909F-10F6-BF5D-5104-203F79C5755D}"/>
          </ac:spMkLst>
        </pc:spChg>
      </pc:sldChg>
      <pc:sldChg chg="modSp mod">
        <pc:chgData name="Sahana J" userId="f4b95838ecef290e" providerId="LiveId" clId="{2C5FA4CF-9274-40E8-93DA-4F79EFBFAACA}" dt="2025-11-03T10:36:00.163" v="112" actId="1076"/>
        <pc:sldMkLst>
          <pc:docMk/>
          <pc:sldMk cId="323554631" sldId="272"/>
        </pc:sldMkLst>
        <pc:spChg chg="mod">
          <ac:chgData name="Sahana J" userId="f4b95838ecef290e" providerId="LiveId" clId="{2C5FA4CF-9274-40E8-93DA-4F79EFBFAACA}" dt="2025-11-03T10:35:06.462" v="104" actId="404"/>
          <ac:spMkLst>
            <pc:docMk/>
            <pc:sldMk cId="323554631" sldId="272"/>
            <ac:spMk id="3" creationId="{19D49BD7-F02D-92AD-7ADB-21202A6D538F}"/>
          </ac:spMkLst>
        </pc:spChg>
        <pc:picChg chg="mod modCrop">
          <ac:chgData name="Sahana J" userId="f4b95838ecef290e" providerId="LiveId" clId="{2C5FA4CF-9274-40E8-93DA-4F79EFBFAACA}" dt="2025-11-03T10:36:00.163" v="112" actId="1076"/>
          <ac:picMkLst>
            <pc:docMk/>
            <pc:sldMk cId="323554631" sldId="272"/>
            <ac:picMk id="5" creationId="{6F634DA9-86B6-38FF-215D-782D1F5466BC}"/>
          </ac:picMkLst>
        </pc:picChg>
      </pc:sldChg>
      <pc:sldChg chg="modSp mod">
        <pc:chgData name="Sahana J" userId="f4b95838ecef290e" providerId="LiveId" clId="{2C5FA4CF-9274-40E8-93DA-4F79EFBFAACA}" dt="2025-11-05T01:24:54.583" v="197" actId="5793"/>
        <pc:sldMkLst>
          <pc:docMk/>
          <pc:sldMk cId="1281448745" sldId="273"/>
        </pc:sldMkLst>
        <pc:spChg chg="mod">
          <ac:chgData name="Sahana J" userId="f4b95838ecef290e" providerId="LiveId" clId="{2C5FA4CF-9274-40E8-93DA-4F79EFBFAACA}" dt="2025-11-05T01:24:54.583" v="197" actId="5793"/>
          <ac:spMkLst>
            <pc:docMk/>
            <pc:sldMk cId="1281448745" sldId="273"/>
            <ac:spMk id="3" creationId="{F7B87BCF-FFF3-671F-C552-83E41530D2E4}"/>
          </ac:spMkLst>
        </pc:spChg>
      </pc:sldChg>
      <pc:sldChg chg="modSp mod">
        <pc:chgData name="Sahana J" userId="f4b95838ecef290e" providerId="LiveId" clId="{2C5FA4CF-9274-40E8-93DA-4F79EFBFAACA}" dt="2025-11-05T01:25:27.332" v="202" actId="1076"/>
        <pc:sldMkLst>
          <pc:docMk/>
          <pc:sldMk cId="2867290185" sldId="274"/>
        </pc:sldMkLst>
        <pc:spChg chg="mod">
          <ac:chgData name="Sahana J" userId="f4b95838ecef290e" providerId="LiveId" clId="{2C5FA4CF-9274-40E8-93DA-4F79EFBFAACA}" dt="2025-11-05T01:25:16.644" v="200" actId="255"/>
          <ac:spMkLst>
            <pc:docMk/>
            <pc:sldMk cId="2867290185" sldId="274"/>
            <ac:spMk id="3" creationId="{62D23F78-B9D4-82CE-34D3-BAE889E6E1FA}"/>
          </ac:spMkLst>
        </pc:spChg>
        <pc:picChg chg="mod modCrop">
          <ac:chgData name="Sahana J" userId="f4b95838ecef290e" providerId="LiveId" clId="{2C5FA4CF-9274-40E8-93DA-4F79EFBFAACA}" dt="2025-11-05T01:25:27.332" v="202" actId="1076"/>
          <ac:picMkLst>
            <pc:docMk/>
            <pc:sldMk cId="2867290185" sldId="274"/>
            <ac:picMk id="8" creationId="{4D74DD7E-0D77-3AE4-CC97-C5B70AFBF807}"/>
          </ac:picMkLst>
        </pc:picChg>
        <pc:picChg chg="mod">
          <ac:chgData name="Sahana J" userId="f4b95838ecef290e" providerId="LiveId" clId="{2C5FA4CF-9274-40E8-93DA-4F79EFBFAACA}" dt="2025-11-05T01:25:25.126" v="201" actId="1076"/>
          <ac:picMkLst>
            <pc:docMk/>
            <pc:sldMk cId="2867290185" sldId="274"/>
            <ac:picMk id="12" creationId="{2A9B6D62-5F75-8418-F0D2-4920763ED605}"/>
          </ac:picMkLst>
        </pc:picChg>
      </pc:sldChg>
      <pc:sldChg chg="addSp delSp modSp mod">
        <pc:chgData name="Sahana J" userId="f4b95838ecef290e" providerId="LiveId" clId="{2C5FA4CF-9274-40E8-93DA-4F79EFBFAACA}" dt="2025-11-05T01:45:19.167" v="237" actId="14100"/>
        <pc:sldMkLst>
          <pc:docMk/>
          <pc:sldMk cId="3629102095" sldId="275"/>
        </pc:sldMkLst>
        <pc:spChg chg="mod">
          <ac:chgData name="Sahana J" userId="f4b95838ecef290e" providerId="LiveId" clId="{2C5FA4CF-9274-40E8-93DA-4F79EFBFAACA}" dt="2025-11-03T10:55:17.780" v="194" actId="404"/>
          <ac:spMkLst>
            <pc:docMk/>
            <pc:sldMk cId="3629102095" sldId="275"/>
            <ac:spMk id="3" creationId="{F4CB6592-E7A7-4FB5-BC3E-71DD25004B05}"/>
          </ac:spMkLst>
        </pc:spChg>
        <pc:picChg chg="add mod">
          <ac:chgData name="Sahana J" userId="f4b95838ecef290e" providerId="LiveId" clId="{2C5FA4CF-9274-40E8-93DA-4F79EFBFAACA}" dt="2025-11-05T01:37:37.823" v="205" actId="1076"/>
          <ac:picMkLst>
            <pc:docMk/>
            <pc:sldMk cId="3629102095" sldId="275"/>
            <ac:picMk id="5" creationId="{E6F6C0DB-9100-BF3D-4861-2D81CC3B386D}"/>
          </ac:picMkLst>
        </pc:picChg>
        <pc:picChg chg="add mod">
          <ac:chgData name="Sahana J" userId="f4b95838ecef290e" providerId="LiveId" clId="{2C5FA4CF-9274-40E8-93DA-4F79EFBFAACA}" dt="2025-11-05T01:38:06.598" v="207" actId="1076"/>
          <ac:picMkLst>
            <pc:docMk/>
            <pc:sldMk cId="3629102095" sldId="275"/>
            <ac:picMk id="7" creationId="{DD6F94A6-49ED-1FE1-A5F3-10704E5D512A}"/>
          </ac:picMkLst>
        </pc:picChg>
        <pc:picChg chg="del">
          <ac:chgData name="Sahana J" userId="f4b95838ecef290e" providerId="LiveId" clId="{2C5FA4CF-9274-40E8-93DA-4F79EFBFAACA}" dt="2025-11-05T01:25:34.186" v="203" actId="478"/>
          <ac:picMkLst>
            <pc:docMk/>
            <pc:sldMk cId="3629102095" sldId="275"/>
            <ac:picMk id="8" creationId="{8B5D2C3A-040B-8AD1-AB42-3CBA1336A409}"/>
          </ac:picMkLst>
        </pc:picChg>
        <pc:picChg chg="add mod">
          <ac:chgData name="Sahana J" userId="f4b95838ecef290e" providerId="LiveId" clId="{2C5FA4CF-9274-40E8-93DA-4F79EFBFAACA}" dt="2025-11-05T01:45:19.167" v="237" actId="14100"/>
          <ac:picMkLst>
            <pc:docMk/>
            <pc:sldMk cId="3629102095" sldId="275"/>
            <ac:picMk id="10" creationId="{DBB5CC3B-3963-ACF2-C324-8CA676D1943E}"/>
          </ac:picMkLst>
        </pc:picChg>
      </pc:sldChg>
      <pc:sldChg chg="addSp delSp modSp add mod">
        <pc:chgData name="Sahana J" userId="f4b95838ecef290e" providerId="LiveId" clId="{2C5FA4CF-9274-40E8-93DA-4F79EFBFAACA}" dt="2025-11-05T01:41:06.679" v="218" actId="22"/>
        <pc:sldMkLst>
          <pc:docMk/>
          <pc:sldMk cId="2347034606" sldId="276"/>
        </pc:sldMkLst>
        <pc:spChg chg="mod">
          <ac:chgData name="Sahana J" userId="f4b95838ecef290e" providerId="LiveId" clId="{2C5FA4CF-9274-40E8-93DA-4F79EFBFAACA}" dt="2025-11-05T01:38:17.423" v="214" actId="20577"/>
          <ac:spMkLst>
            <pc:docMk/>
            <pc:sldMk cId="2347034606" sldId="276"/>
            <ac:spMk id="2" creationId="{3C12FC51-3CA2-D0F3-9B60-9181C7B59431}"/>
          </ac:spMkLst>
        </pc:spChg>
        <pc:spChg chg="del mod">
          <ac:chgData name="Sahana J" userId="f4b95838ecef290e" providerId="LiveId" clId="{2C5FA4CF-9274-40E8-93DA-4F79EFBFAACA}" dt="2025-11-05T01:41:06.679" v="218" actId="22"/>
          <ac:spMkLst>
            <pc:docMk/>
            <pc:sldMk cId="2347034606" sldId="276"/>
            <ac:spMk id="3" creationId="{A9BF4B6D-D926-8C83-2760-142760336860}"/>
          </ac:spMkLst>
        </pc:spChg>
        <pc:picChg chg="add mod ord">
          <ac:chgData name="Sahana J" userId="f4b95838ecef290e" providerId="LiveId" clId="{2C5FA4CF-9274-40E8-93DA-4F79EFBFAACA}" dt="2025-11-05T01:41:06.679" v="218" actId="22"/>
          <ac:picMkLst>
            <pc:docMk/>
            <pc:sldMk cId="2347034606" sldId="276"/>
            <ac:picMk id="5" creationId="{65EC3DD2-F8D5-A33C-E959-72D221DB7406}"/>
          </ac:picMkLst>
        </pc:picChg>
        <pc:picChg chg="del">
          <ac:chgData name="Sahana J" userId="f4b95838ecef290e" providerId="LiveId" clId="{2C5FA4CF-9274-40E8-93DA-4F79EFBFAACA}" dt="2025-11-05T01:38:23.889" v="216" actId="478"/>
          <ac:picMkLst>
            <pc:docMk/>
            <pc:sldMk cId="2347034606" sldId="276"/>
            <ac:picMk id="8" creationId="{057D7692-5DE8-80A7-27DC-6A3CB87669D1}"/>
          </ac:picMkLst>
        </pc:picChg>
      </pc:sldChg>
      <pc:sldChg chg="addSp delSp modSp new mod">
        <pc:chgData name="Sahana J" userId="f4b95838ecef290e" providerId="LiveId" clId="{2C5FA4CF-9274-40E8-93DA-4F79EFBFAACA}" dt="2025-11-03T10:48:52.564" v="153" actId="20577"/>
        <pc:sldMkLst>
          <pc:docMk/>
          <pc:sldMk cId="2978698901" sldId="277"/>
        </pc:sldMkLst>
        <pc:spChg chg="mod">
          <ac:chgData name="Sahana J" userId="f4b95838ecef290e" providerId="LiveId" clId="{2C5FA4CF-9274-40E8-93DA-4F79EFBFAACA}" dt="2025-11-03T10:39:54.610" v="137"/>
          <ac:spMkLst>
            <pc:docMk/>
            <pc:sldMk cId="2978698901" sldId="277"/>
            <ac:spMk id="2" creationId="{C933CA5C-B9BB-3C3C-910A-A0A760C49945}"/>
          </ac:spMkLst>
        </pc:spChg>
        <pc:graphicFrameChg chg="add mod modGraphic">
          <ac:chgData name="Sahana J" userId="f4b95838ecef290e" providerId="LiveId" clId="{2C5FA4CF-9274-40E8-93DA-4F79EFBFAACA}" dt="2025-11-03T10:48:52.564" v="153" actId="20577"/>
          <ac:graphicFrameMkLst>
            <pc:docMk/>
            <pc:sldMk cId="2978698901" sldId="277"/>
            <ac:graphicFrameMk id="4" creationId="{980A16E8-D37E-357B-B6FE-FA45045C7ACA}"/>
          </ac:graphicFrameMkLst>
        </pc:graphicFrameChg>
      </pc:sldChg>
      <pc:sldChg chg="addSp delSp modSp add mod">
        <pc:chgData name="Sahana J" userId="f4b95838ecef290e" providerId="LiveId" clId="{2C5FA4CF-9274-40E8-93DA-4F79EFBFAACA}" dt="2025-11-05T01:42:16.541" v="222" actId="1076"/>
        <pc:sldMkLst>
          <pc:docMk/>
          <pc:sldMk cId="2171702437" sldId="278"/>
        </pc:sldMkLst>
        <pc:spChg chg="add mod">
          <ac:chgData name="Sahana J" userId="f4b95838ecef290e" providerId="LiveId" clId="{2C5FA4CF-9274-40E8-93DA-4F79EFBFAACA}" dt="2025-11-05T01:41:13.945" v="220" actId="478"/>
          <ac:spMkLst>
            <pc:docMk/>
            <pc:sldMk cId="2171702437" sldId="278"/>
            <ac:spMk id="4" creationId="{30F50A34-A9FF-0D9B-5A61-913186DED961}"/>
          </ac:spMkLst>
        </pc:spChg>
        <pc:picChg chg="del">
          <ac:chgData name="Sahana J" userId="f4b95838ecef290e" providerId="LiveId" clId="{2C5FA4CF-9274-40E8-93DA-4F79EFBFAACA}" dt="2025-11-05T01:41:13.945" v="220" actId="478"/>
          <ac:picMkLst>
            <pc:docMk/>
            <pc:sldMk cId="2171702437" sldId="278"/>
            <ac:picMk id="5" creationId="{B81EE28B-9AB5-C43B-E9A2-5F4C8EA001BD}"/>
          </ac:picMkLst>
        </pc:picChg>
        <pc:picChg chg="add mod">
          <ac:chgData name="Sahana J" userId="f4b95838ecef290e" providerId="LiveId" clId="{2C5FA4CF-9274-40E8-93DA-4F79EFBFAACA}" dt="2025-11-05T01:42:16.541" v="222" actId="1076"/>
          <ac:picMkLst>
            <pc:docMk/>
            <pc:sldMk cId="2171702437" sldId="278"/>
            <ac:picMk id="7" creationId="{047BFB48-9931-D621-AB98-DF9793A3E87C}"/>
          </ac:picMkLst>
        </pc:picChg>
      </pc:sldChg>
      <pc:sldChg chg="addSp delSp modSp add mod">
        <pc:chgData name="Sahana J" userId="f4b95838ecef290e" providerId="LiveId" clId="{2C5FA4CF-9274-40E8-93DA-4F79EFBFAACA}" dt="2025-11-05T01:42:53.822" v="226" actId="1076"/>
        <pc:sldMkLst>
          <pc:docMk/>
          <pc:sldMk cId="4015088185" sldId="279"/>
        </pc:sldMkLst>
        <pc:picChg chg="add mod">
          <ac:chgData name="Sahana J" userId="f4b95838ecef290e" providerId="LiveId" clId="{2C5FA4CF-9274-40E8-93DA-4F79EFBFAACA}" dt="2025-11-05T01:42:53.822" v="226" actId="1076"/>
          <ac:picMkLst>
            <pc:docMk/>
            <pc:sldMk cId="4015088185" sldId="279"/>
            <ac:picMk id="5" creationId="{45BE9DB0-56EB-F8DD-2A68-35B84D8F5248}"/>
          </ac:picMkLst>
        </pc:picChg>
        <pc:picChg chg="del">
          <ac:chgData name="Sahana J" userId="f4b95838ecef290e" providerId="LiveId" clId="{2C5FA4CF-9274-40E8-93DA-4F79EFBFAACA}" dt="2025-11-05T01:42:21.890" v="224" actId="478"/>
          <ac:picMkLst>
            <pc:docMk/>
            <pc:sldMk cId="4015088185" sldId="279"/>
            <ac:picMk id="7" creationId="{12E09B62-9745-436C-DE04-D7EAD4ED8E7D}"/>
          </ac:picMkLst>
        </pc:picChg>
      </pc:sldChg>
      <pc:sldChg chg="addSp delSp modSp add mod">
        <pc:chgData name="Sahana J" userId="f4b95838ecef290e" providerId="LiveId" clId="{2C5FA4CF-9274-40E8-93DA-4F79EFBFAACA}" dt="2025-11-05T01:43:26.285" v="230" actId="1076"/>
        <pc:sldMkLst>
          <pc:docMk/>
          <pc:sldMk cId="1381012131" sldId="280"/>
        </pc:sldMkLst>
        <pc:picChg chg="del">
          <ac:chgData name="Sahana J" userId="f4b95838ecef290e" providerId="LiveId" clId="{2C5FA4CF-9274-40E8-93DA-4F79EFBFAACA}" dt="2025-11-05T01:43:01.409" v="228" actId="478"/>
          <ac:picMkLst>
            <pc:docMk/>
            <pc:sldMk cId="1381012131" sldId="280"/>
            <ac:picMk id="5" creationId="{6774C15A-6DA7-DA62-FE5C-B1CF357667DC}"/>
          </ac:picMkLst>
        </pc:picChg>
        <pc:picChg chg="add mod">
          <ac:chgData name="Sahana J" userId="f4b95838ecef290e" providerId="LiveId" clId="{2C5FA4CF-9274-40E8-93DA-4F79EFBFAACA}" dt="2025-11-05T01:43:26.285" v="230" actId="1076"/>
          <ac:picMkLst>
            <pc:docMk/>
            <pc:sldMk cId="1381012131" sldId="280"/>
            <ac:picMk id="6" creationId="{9E3FE195-6246-1CE0-51CD-0C200AE346EE}"/>
          </ac:picMkLst>
        </pc:picChg>
      </pc:sldChg>
      <pc:sldChg chg="addSp delSp add mod">
        <pc:chgData name="Sahana J" userId="f4b95838ecef290e" providerId="LiveId" clId="{2C5FA4CF-9274-40E8-93DA-4F79EFBFAACA}" dt="2025-11-05T01:43:55.858" v="233" actId="22"/>
        <pc:sldMkLst>
          <pc:docMk/>
          <pc:sldMk cId="1586730784" sldId="281"/>
        </pc:sldMkLst>
        <pc:picChg chg="add">
          <ac:chgData name="Sahana J" userId="f4b95838ecef290e" providerId="LiveId" clId="{2C5FA4CF-9274-40E8-93DA-4F79EFBFAACA}" dt="2025-11-05T01:43:55.858" v="233" actId="22"/>
          <ac:picMkLst>
            <pc:docMk/>
            <pc:sldMk cId="1586730784" sldId="281"/>
            <ac:picMk id="5" creationId="{5AD37AA1-3102-D395-44B6-34BE9D676853}"/>
          </ac:picMkLst>
        </pc:picChg>
        <pc:picChg chg="del">
          <ac:chgData name="Sahana J" userId="f4b95838ecef290e" providerId="LiveId" clId="{2C5FA4CF-9274-40E8-93DA-4F79EFBFAACA}" dt="2025-11-05T01:43:54.862" v="232" actId="478"/>
          <ac:picMkLst>
            <pc:docMk/>
            <pc:sldMk cId="1586730784" sldId="281"/>
            <ac:picMk id="6" creationId="{65E4B010-7283-2ECF-AB5E-168EB230A8B1}"/>
          </ac:picMkLst>
        </pc:picChg>
      </pc:sldChg>
      <pc:sldChg chg="addSp delSp modSp add mod">
        <pc:chgData name="Sahana J" userId="f4b95838ecef290e" providerId="LiveId" clId="{2C5FA4CF-9274-40E8-93DA-4F79EFBFAACA}" dt="2025-11-05T01:54:12.537" v="289"/>
        <pc:sldMkLst>
          <pc:docMk/>
          <pc:sldMk cId="2830015174" sldId="282"/>
        </pc:sldMkLst>
        <pc:spChg chg="mod">
          <ac:chgData name="Sahana J" userId="f4b95838ecef290e" providerId="LiveId" clId="{2C5FA4CF-9274-40E8-93DA-4F79EFBFAACA}" dt="2025-11-05T01:52:25.917" v="271" actId="20577"/>
          <ac:spMkLst>
            <pc:docMk/>
            <pc:sldMk cId="2830015174" sldId="282"/>
            <ac:spMk id="2" creationId="{B360FC85-457B-462F-D7D3-34CC7166DDE2}"/>
          </ac:spMkLst>
        </pc:spChg>
        <pc:spChg chg="add del mod">
          <ac:chgData name="Sahana J" userId="f4b95838ecef290e" providerId="LiveId" clId="{2C5FA4CF-9274-40E8-93DA-4F79EFBFAACA}" dt="2025-11-05T01:54:12.537" v="289"/>
          <ac:spMkLst>
            <pc:docMk/>
            <pc:sldMk cId="2830015174" sldId="282"/>
            <ac:spMk id="3" creationId="{B57C6854-5717-3DD2-BA30-55C4E8025AA4}"/>
          </ac:spMkLst>
        </pc:spChg>
        <pc:graphicFrameChg chg="add mod">
          <ac:chgData name="Sahana J" userId="f4b95838ecef290e" providerId="LiveId" clId="{2C5FA4CF-9274-40E8-93DA-4F79EFBFAACA}" dt="2025-11-05T01:52:41.893" v="274"/>
          <ac:graphicFrameMkLst>
            <pc:docMk/>
            <pc:sldMk cId="2830015174" sldId="282"/>
            <ac:graphicFrameMk id="4" creationId="{E6163A4C-E84F-A6E4-1EB2-F2AAD7D1A195}"/>
          </ac:graphicFrameMkLst>
        </pc:graphicFrameChg>
        <pc:graphicFrameChg chg="add mod">
          <ac:chgData name="Sahana J" userId="f4b95838ecef290e" providerId="LiveId" clId="{2C5FA4CF-9274-40E8-93DA-4F79EFBFAACA}" dt="2025-11-05T01:52:40.590" v="273"/>
          <ac:graphicFrameMkLst>
            <pc:docMk/>
            <pc:sldMk cId="2830015174" sldId="282"/>
            <ac:graphicFrameMk id="5" creationId="{4922B8E3-61B3-A4DE-1F51-53A1CDBE284D}"/>
          </ac:graphicFrameMkLst>
        </pc:graphicFrameChg>
        <pc:graphicFrameChg chg="add mod">
          <ac:chgData name="Sahana J" userId="f4b95838ecef290e" providerId="LiveId" clId="{2C5FA4CF-9274-40E8-93DA-4F79EFBFAACA}" dt="2025-11-05T01:53:12.290" v="278"/>
          <ac:graphicFrameMkLst>
            <pc:docMk/>
            <pc:sldMk cId="2830015174" sldId="282"/>
            <ac:graphicFrameMk id="6" creationId="{0857992E-AFDE-B721-322D-5E8A52B3EBFA}"/>
          </ac:graphicFrameMkLst>
        </pc:graphicFrameChg>
        <pc:graphicFrameChg chg="add mod">
          <ac:chgData name="Sahana J" userId="f4b95838ecef290e" providerId="LiveId" clId="{2C5FA4CF-9274-40E8-93DA-4F79EFBFAACA}" dt="2025-11-05T01:53:12.290" v="278"/>
          <ac:graphicFrameMkLst>
            <pc:docMk/>
            <pc:sldMk cId="2830015174" sldId="282"/>
            <ac:graphicFrameMk id="7" creationId="{2A1A379B-52C3-E89D-E3A0-622953F374D2}"/>
          </ac:graphicFrameMkLst>
        </pc:graphicFrameChg>
      </pc:sldChg>
      <pc:sldChg chg="modSp new">
        <pc:chgData name="Sahana J" userId="f4b95838ecef290e" providerId="LiveId" clId="{2C5FA4CF-9274-40E8-93DA-4F79EFBFAACA}" dt="2025-11-05T01:54:27.208" v="291"/>
        <pc:sldMkLst>
          <pc:docMk/>
          <pc:sldMk cId="3002080973" sldId="283"/>
        </pc:sldMkLst>
        <pc:spChg chg="mod">
          <ac:chgData name="Sahana J" userId="f4b95838ecef290e" providerId="LiveId" clId="{2C5FA4CF-9274-40E8-93DA-4F79EFBFAACA}" dt="2025-11-05T01:54:27.208" v="291"/>
          <ac:spMkLst>
            <pc:docMk/>
            <pc:sldMk cId="3002080973" sldId="283"/>
            <ac:spMk id="3" creationId="{6B0FB823-083C-8B71-7BDA-310F2C2B75F5}"/>
          </ac:spMkLst>
        </pc:spChg>
      </pc:sldChg>
      <pc:sldChg chg="delSp modSp new mod">
        <pc:chgData name="Sahana J" userId="f4b95838ecef290e" providerId="LiveId" clId="{2C5FA4CF-9274-40E8-93DA-4F79EFBFAACA}" dt="2025-11-05T01:56:00.928" v="306" actId="478"/>
        <pc:sldMkLst>
          <pc:docMk/>
          <pc:sldMk cId="389787049" sldId="284"/>
        </pc:sldMkLst>
        <pc:spChg chg="mod">
          <ac:chgData name="Sahana J" userId="f4b95838ecef290e" providerId="LiveId" clId="{2C5FA4CF-9274-40E8-93DA-4F79EFBFAACA}" dt="2025-11-05T01:55:57.870" v="305" actId="20577"/>
          <ac:spMkLst>
            <pc:docMk/>
            <pc:sldMk cId="389787049" sldId="284"/>
            <ac:spMk id="2" creationId="{A98EB61A-FDB1-4209-835A-B54B1095D7C0}"/>
          </ac:spMkLst>
        </pc:spChg>
        <pc:spChg chg="del">
          <ac:chgData name="Sahana J" userId="f4b95838ecef290e" providerId="LiveId" clId="{2C5FA4CF-9274-40E8-93DA-4F79EFBFAACA}" dt="2025-11-05T01:56:00.928" v="306" actId="478"/>
          <ac:spMkLst>
            <pc:docMk/>
            <pc:sldMk cId="389787049" sldId="284"/>
            <ac:spMk id="3" creationId="{36EF6D46-947B-EA40-9551-015D9420971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290A8-C7CA-4A86-92B0-CF43A115F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B8D544-1094-44AC-945A-825F4ED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14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Problem Statement</a:t>
            </a:r>
          </a:p>
          <a:p>
            <a:r>
              <a:rPr lang="en-GB" dirty="0"/>
              <a:t>Telecom companies receive millions of mobile signal and network logs every day — showing how users experience their network in different locations.</a:t>
            </a:r>
            <a:br>
              <a:rPr lang="en-GB" dirty="0"/>
            </a:br>
            <a:r>
              <a:rPr lang="en-GB" dirty="0"/>
              <a:t>However, </a:t>
            </a:r>
            <a:r>
              <a:rPr lang="en-GB" dirty="0" err="1"/>
              <a:t>analyzing</a:t>
            </a:r>
            <a:r>
              <a:rPr lang="en-GB" dirty="0"/>
              <a:t> this huge volume of data in </a:t>
            </a:r>
            <a:r>
              <a:rPr lang="en-GB" b="1" dirty="0"/>
              <a:t>real time</a:t>
            </a:r>
            <a:r>
              <a:rPr lang="en-GB" dirty="0"/>
              <a:t> is difficult.</a:t>
            </a:r>
            <a:br>
              <a:rPr lang="en-GB" dirty="0"/>
            </a:br>
            <a:r>
              <a:rPr lang="en-GB" dirty="0"/>
              <a:t>By the time reports are generated manually, </a:t>
            </a:r>
            <a:r>
              <a:rPr lang="en-GB" b="1" dirty="0"/>
              <a:t>network issues and outages are already affecting customers</a:t>
            </a:r>
            <a:r>
              <a:rPr lang="en-GB" dirty="0"/>
              <a:t>.</a:t>
            </a:r>
          </a:p>
          <a:p>
            <a:r>
              <a:rPr lang="en-GB" dirty="0"/>
              <a:t>Our challenge was to </a:t>
            </a:r>
            <a:r>
              <a:rPr lang="en-GB" b="1" dirty="0"/>
              <a:t>build a system that can process and </a:t>
            </a:r>
            <a:r>
              <a:rPr lang="en-GB" b="1" dirty="0" err="1"/>
              <a:t>analyze</a:t>
            </a:r>
            <a:r>
              <a:rPr lang="en-GB" b="1" dirty="0"/>
              <a:t> this data live</a:t>
            </a:r>
            <a:r>
              <a:rPr lang="en-GB" dirty="0"/>
              <a:t>, so that network performance problems can be detected and resolved faster.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Use Case (Business Perspective)</a:t>
            </a:r>
          </a:p>
          <a:p>
            <a:r>
              <a:rPr lang="en-GB" dirty="0"/>
              <a:t>Imagine a telecom operator wants to </a:t>
            </a:r>
            <a:r>
              <a:rPr lang="en-GB" b="1" dirty="0"/>
              <a:t>monitor signal quality</a:t>
            </a:r>
            <a:r>
              <a:rPr lang="en-GB" dirty="0"/>
              <a:t> across different cities in real time.</a:t>
            </a:r>
            <a:br>
              <a:rPr lang="en-GB" dirty="0"/>
            </a:br>
            <a:r>
              <a:rPr lang="en-GB" dirty="0"/>
              <a:t>Our pipeline takes </a:t>
            </a:r>
            <a:r>
              <a:rPr lang="en-GB" b="1" dirty="0"/>
              <a:t>mobile network logs</a:t>
            </a:r>
            <a:r>
              <a:rPr lang="en-GB" dirty="0"/>
              <a:t> (like signal strength, GPS accuracy, and connection status) and processes them instantly using AWS services.</a:t>
            </a:r>
          </a:p>
          <a:p>
            <a:r>
              <a:rPr lang="en-GB" dirty="0"/>
              <a:t>The data is first </a:t>
            </a:r>
            <a:r>
              <a:rPr lang="en-GB" b="1" dirty="0"/>
              <a:t>streamed live</a:t>
            </a:r>
            <a:r>
              <a:rPr lang="en-GB" dirty="0"/>
              <a:t> from a simulated mobile log feed (as if coming from real users).</a:t>
            </a:r>
          </a:p>
          <a:p>
            <a:r>
              <a:rPr lang="en-GB" dirty="0"/>
              <a:t>It is then </a:t>
            </a:r>
            <a:r>
              <a:rPr lang="en-GB" b="1" dirty="0"/>
              <a:t>processed and cleaned automatically</a:t>
            </a:r>
            <a:r>
              <a:rPr lang="en-GB" dirty="0"/>
              <a:t> using AWS Glue (ETL engine).</a:t>
            </a:r>
          </a:p>
          <a:p>
            <a:r>
              <a:rPr lang="en-GB" dirty="0"/>
              <a:t>The results are </a:t>
            </a:r>
            <a:r>
              <a:rPr lang="en-GB" b="1" dirty="0"/>
              <a:t>stored and made ready for analysis</a:t>
            </a:r>
            <a:r>
              <a:rPr lang="en-GB" dirty="0"/>
              <a:t> in AWS Athena, where reports can show metrics such as:</a:t>
            </a:r>
          </a:p>
          <a:p>
            <a:pPr lvl="1"/>
            <a:r>
              <a:rPr lang="en-GB" dirty="0"/>
              <a:t>Average signal strength by postal code</a:t>
            </a:r>
          </a:p>
          <a:p>
            <a:pPr lvl="1"/>
            <a:r>
              <a:rPr lang="en-GB" dirty="0"/>
              <a:t>Network status distribution (Good, Moderate, Poor)</a:t>
            </a:r>
          </a:p>
          <a:p>
            <a:pPr lvl="1"/>
            <a:r>
              <a:rPr lang="en-GB" dirty="0"/>
              <a:t>GPS accuracy by provider or region</a:t>
            </a:r>
          </a:p>
          <a:p>
            <a:r>
              <a:rPr lang="en-GB" dirty="0"/>
              <a:t>This helps the company </a:t>
            </a:r>
            <a:r>
              <a:rPr lang="en-GB" b="1" dirty="0"/>
              <a:t>see where the network is weak or unstable</a:t>
            </a:r>
            <a:r>
              <a:rPr lang="en-GB" dirty="0"/>
              <a:t> almost immediately — allowing faster decision-making and </a:t>
            </a:r>
            <a:r>
              <a:rPr lang="en-GB" b="1" dirty="0"/>
              <a:t>better customer experience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59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</a:p>
          <a:p>
            <a:r>
              <a:rPr lang="en-US" dirty="0"/>
              <a:t>To build a </a:t>
            </a:r>
            <a:r>
              <a:rPr lang="en-US" b="1" dirty="0"/>
              <a:t>real-time data ingestion and processing pipeline</a:t>
            </a:r>
            <a:r>
              <a:rPr lang="en-US" dirty="0"/>
              <a:t> using AWS services for mobile log data — ensuring scalability, automation, and analytical insights.</a:t>
            </a:r>
          </a:p>
          <a:p>
            <a:br>
              <a:rPr lang="en-US" dirty="0"/>
            </a:br>
            <a:r>
              <a:rPr lang="en-US" b="1" dirty="0"/>
              <a:t>Architecture Overview</a:t>
            </a:r>
          </a:p>
          <a:p>
            <a:r>
              <a:rPr lang="en-US" dirty="0"/>
              <a:t>This pipeline automates the </a:t>
            </a:r>
            <a:r>
              <a:rPr lang="en-US" b="1" dirty="0"/>
              <a:t>flow of data</a:t>
            </a:r>
            <a:r>
              <a:rPr lang="en-US" dirty="0"/>
              <a:t> from a CSV dataset to real-time analytics through five major layers: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Data Source Layer</a:t>
            </a:r>
          </a:p>
          <a:p>
            <a:r>
              <a:rPr lang="en-US" dirty="0"/>
              <a:t>The raw dataset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Mobile Logs CSV</a:t>
            </a:r>
            <a:r>
              <a:rPr lang="en-US" dirty="0"/>
              <a:t>) acts as the data source.</a:t>
            </a:r>
          </a:p>
          <a:p>
            <a:r>
              <a:rPr lang="en-US" dirty="0"/>
              <a:t>A </a:t>
            </a:r>
            <a:r>
              <a:rPr lang="en-US" b="1" dirty="0"/>
              <a:t>Python Producer Script</a:t>
            </a:r>
            <a:r>
              <a:rPr lang="en-US" dirty="0"/>
              <a:t> (using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boto3</a:t>
            </a:r>
            <a:r>
              <a:rPr lang="en-US" dirty="0"/>
              <a:t>) reads the dataset and sends records as </a:t>
            </a:r>
            <a:r>
              <a:rPr lang="en-US" b="1" dirty="0"/>
              <a:t>JSON streams</a:t>
            </a:r>
            <a:r>
              <a:rPr lang="en-US" dirty="0"/>
              <a:t>.</a:t>
            </a:r>
          </a:p>
          <a:p>
            <a:r>
              <a:rPr lang="en-US" dirty="0"/>
              <a:t>This simulates live log events being pushed into AWS.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Ingestion Layer</a:t>
            </a:r>
          </a:p>
          <a:p>
            <a:r>
              <a:rPr lang="en-US" b="1" dirty="0"/>
              <a:t>Amazon Kinesis Data Stream</a:t>
            </a:r>
            <a:r>
              <a:rPr lang="en-US" dirty="0"/>
              <a:t> receives and buffers streaming data in real time.</a:t>
            </a:r>
          </a:p>
          <a:p>
            <a:r>
              <a:rPr lang="en-US" dirty="0"/>
              <a:t>It can handle high-throughput streams and ensure message durability.</a:t>
            </a:r>
          </a:p>
          <a:p>
            <a:r>
              <a:rPr lang="en-US" dirty="0"/>
              <a:t>Data is then forwarded for ETL processing.</a:t>
            </a:r>
          </a:p>
          <a:p>
            <a:br>
              <a:rPr lang="en-US" dirty="0"/>
            </a:br>
            <a:r>
              <a:rPr lang="en-US" b="1" dirty="0"/>
              <a:t>Processing Layer</a:t>
            </a:r>
          </a:p>
          <a:p>
            <a:r>
              <a:rPr lang="en-US" b="1" dirty="0"/>
              <a:t>AWS Glue Streaming Job</a:t>
            </a:r>
            <a:r>
              <a:rPr lang="en-US" dirty="0"/>
              <a:t> (</a:t>
            </a:r>
            <a:r>
              <a:rPr lang="en-US" dirty="0" err="1"/>
              <a:t>PySpark</a:t>
            </a:r>
            <a:r>
              <a:rPr lang="en-US" dirty="0"/>
              <a:t> ETL) processes incoming JSON data continuously.</a:t>
            </a:r>
          </a:p>
          <a:p>
            <a:pPr lvl="1"/>
            <a:r>
              <a:rPr lang="en-US" dirty="0"/>
              <a:t>Cleans and transforms records.</a:t>
            </a:r>
          </a:p>
          <a:p>
            <a:pPr lvl="1"/>
            <a:r>
              <a:rPr lang="en-US" dirty="0"/>
              <a:t>Applies schema mapping and filtering.</a:t>
            </a:r>
          </a:p>
          <a:p>
            <a:r>
              <a:rPr lang="en-US" b="1" dirty="0"/>
              <a:t>AWS Glue Crawler</a:t>
            </a:r>
            <a:r>
              <a:rPr lang="en-US" dirty="0"/>
              <a:t> automatically updates the </a:t>
            </a:r>
            <a:r>
              <a:rPr lang="en-US" b="1" dirty="0"/>
              <a:t>Data Catalog</a:t>
            </a:r>
            <a:r>
              <a:rPr lang="en-US" dirty="0"/>
              <a:t>, ensuring schemas are inferred dynamically.</a:t>
            </a:r>
          </a:p>
          <a:p>
            <a:r>
              <a:rPr lang="en-US" dirty="0"/>
              <a:t>Output: </a:t>
            </a:r>
            <a:r>
              <a:rPr lang="en-US" b="1" dirty="0"/>
              <a:t>Cleaned &amp; Structured CSV data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 Storage Layer</a:t>
            </a:r>
          </a:p>
          <a:p>
            <a:r>
              <a:rPr lang="en-US" b="1" dirty="0"/>
              <a:t>Amazon S3</a:t>
            </a:r>
            <a:r>
              <a:rPr lang="en-US" dirty="0"/>
              <a:t> acts as the central data lake.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raw/</a:t>
            </a:r>
            <a:r>
              <a:rPr lang="en-US" dirty="0"/>
              <a:t> → raw incoming data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processed/</a:t>
            </a:r>
            <a:r>
              <a:rPr lang="en-US" dirty="0"/>
              <a:t> → transformed/cleaned data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query-results/</a:t>
            </a:r>
            <a:r>
              <a:rPr lang="en-US" dirty="0"/>
              <a:t> → Athena query outputs</a:t>
            </a:r>
          </a:p>
          <a:p>
            <a:r>
              <a:rPr lang="en-US" dirty="0"/>
              <a:t>Enables data versioning and future reprocessing.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Query Layer</a:t>
            </a:r>
          </a:p>
          <a:p>
            <a:r>
              <a:rPr lang="en-US" b="1" dirty="0"/>
              <a:t>Amazon Athena</a:t>
            </a:r>
            <a:r>
              <a:rPr lang="en-US" dirty="0"/>
              <a:t> performs </a:t>
            </a:r>
            <a:r>
              <a:rPr lang="en-US" b="1" dirty="0"/>
              <a:t>SQL-based analytics</a:t>
            </a:r>
            <a:r>
              <a:rPr lang="en-US" dirty="0"/>
              <a:t> directly on S3 data (via the Glue Data Catalog).</a:t>
            </a:r>
          </a:p>
          <a:p>
            <a:r>
              <a:rPr lang="en-US" dirty="0"/>
              <a:t>Query results are stored back in S3 for further visualization or reporting.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 Monitoring Layer</a:t>
            </a:r>
          </a:p>
          <a:p>
            <a:r>
              <a:rPr lang="en-US" b="1" dirty="0"/>
              <a:t>Amazon CloudWatch</a:t>
            </a:r>
            <a:r>
              <a:rPr lang="en-US" dirty="0"/>
              <a:t> collects and visualizes:</a:t>
            </a:r>
          </a:p>
          <a:p>
            <a:pPr lvl="1"/>
            <a:r>
              <a:rPr lang="en-US" dirty="0"/>
              <a:t>Stream metrics (from Kinesis)</a:t>
            </a:r>
          </a:p>
          <a:p>
            <a:pPr lvl="1"/>
            <a:r>
              <a:rPr lang="en-US" dirty="0"/>
              <a:t>ETL job logs (from Glue)</a:t>
            </a:r>
          </a:p>
          <a:p>
            <a:pPr lvl="1"/>
            <a:r>
              <a:rPr lang="en-US" dirty="0"/>
              <a:t>Operational alerts (failures, latency, etc.)</a:t>
            </a:r>
          </a:p>
          <a:p>
            <a:r>
              <a:rPr lang="en-US" dirty="0"/>
              <a:t>Ensures continuous visibility and debugging support.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Key Benefits</a:t>
            </a:r>
          </a:p>
          <a:p>
            <a:r>
              <a:rPr lang="en-US" dirty="0"/>
              <a:t>Fully </a:t>
            </a:r>
            <a:r>
              <a:rPr lang="en-US" b="1" dirty="0"/>
              <a:t>Serverless</a:t>
            </a:r>
            <a:r>
              <a:rPr lang="en-US" dirty="0"/>
              <a:t> — no infrastructure management</a:t>
            </a:r>
          </a:p>
          <a:p>
            <a:r>
              <a:rPr lang="en-US" b="1" dirty="0"/>
              <a:t>Real-time</a:t>
            </a:r>
            <a:r>
              <a:rPr lang="en-US" dirty="0"/>
              <a:t> streaming and transformation</a:t>
            </a:r>
          </a:p>
          <a:p>
            <a:r>
              <a:rPr lang="en-US" b="1" dirty="0"/>
              <a:t>Schema automation</a:t>
            </a:r>
            <a:r>
              <a:rPr lang="en-US" dirty="0"/>
              <a:t> via Glue Crawler</a:t>
            </a:r>
          </a:p>
          <a:p>
            <a:r>
              <a:rPr lang="en-US" b="1" dirty="0"/>
              <a:t>Pay-per-query</a:t>
            </a:r>
            <a:r>
              <a:rPr lang="en-US" dirty="0"/>
              <a:t> analytics with Athena</a:t>
            </a:r>
          </a:p>
          <a:p>
            <a:r>
              <a:rPr lang="en-US" b="1" dirty="0"/>
              <a:t>End-to-end monitoring</a:t>
            </a:r>
            <a:r>
              <a:rPr lang="en-US" dirty="0"/>
              <a:t> with CloudWatch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38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🗒️ Talking Notes:</a:t>
            </a:r>
          </a:p>
          <a:p>
            <a:r>
              <a:rPr lang="en-GB" b="1" dirty="0"/>
              <a:t>1. Data Source (📱 Mobile Logs CSV)</a:t>
            </a:r>
          </a:p>
          <a:p>
            <a:r>
              <a:rPr lang="en-GB" dirty="0"/>
              <a:t>The pipeline begins with a </a:t>
            </a:r>
            <a:r>
              <a:rPr lang="en-GB" b="1" dirty="0"/>
              <a:t>mobile logs dataset</a:t>
            </a:r>
            <a:r>
              <a:rPr lang="en-GB" dirty="0"/>
              <a:t> (CSV) that simulates real telecom network data — signal strength, GPS coordinates, and network status.</a:t>
            </a:r>
          </a:p>
          <a:p>
            <a:r>
              <a:rPr lang="en-GB" dirty="0"/>
              <a:t>A </a:t>
            </a:r>
            <a:r>
              <a:rPr lang="en-GB" b="1" dirty="0"/>
              <a:t>Python producer script</a:t>
            </a:r>
            <a:r>
              <a:rPr lang="en-GB" dirty="0"/>
              <a:t> streams this data in real-time to AWS.</a:t>
            </a:r>
          </a:p>
          <a:p>
            <a:r>
              <a:rPr lang="en-GB" b="1" dirty="0"/>
              <a:t>2. Ingestion Layer (🌀 Kinesis Data Stream)</a:t>
            </a:r>
          </a:p>
          <a:p>
            <a:r>
              <a:rPr lang="en-GB" b="1" dirty="0"/>
              <a:t>Amazon Kinesis</a:t>
            </a:r>
            <a:r>
              <a:rPr lang="en-GB" dirty="0"/>
              <a:t> acts as the real-time ingestion point.</a:t>
            </a:r>
          </a:p>
          <a:p>
            <a:r>
              <a:rPr lang="en-GB" dirty="0"/>
              <a:t>It receives streaming records continuously and ensures </a:t>
            </a:r>
            <a:r>
              <a:rPr lang="en-GB" b="1" dirty="0"/>
              <a:t>scalable, fault-tolerant data capture</a:t>
            </a:r>
            <a:r>
              <a:rPr lang="en-GB" dirty="0"/>
              <a:t>.</a:t>
            </a:r>
          </a:p>
          <a:p>
            <a:r>
              <a:rPr lang="en-GB" dirty="0"/>
              <a:t>Helps handle </a:t>
            </a:r>
            <a:r>
              <a:rPr lang="en-GB" b="1" dirty="0"/>
              <a:t>high velocity and volume</a:t>
            </a:r>
            <a:r>
              <a:rPr lang="en-GB" dirty="0"/>
              <a:t> of telecom signal logs.</a:t>
            </a:r>
          </a:p>
          <a:p>
            <a:r>
              <a:rPr lang="en-GB" b="1" dirty="0"/>
              <a:t>3. Storage Layer (🪣 S3 Raw → Processed)</a:t>
            </a:r>
          </a:p>
          <a:p>
            <a:r>
              <a:rPr lang="en-GB" dirty="0"/>
              <a:t>Incoming data is first stored in </a:t>
            </a:r>
            <a:r>
              <a:rPr lang="en-GB" b="1" dirty="0"/>
              <a:t>S3 (Raw Zone)</a:t>
            </a:r>
            <a:r>
              <a:rPr lang="en-GB" dirty="0"/>
              <a:t> for reliability and traceability.</a:t>
            </a:r>
          </a:p>
          <a:p>
            <a:r>
              <a:rPr lang="en-GB" dirty="0"/>
              <a:t>After transformation, it’s moved to </a:t>
            </a:r>
            <a:r>
              <a:rPr lang="en-GB" b="1" dirty="0"/>
              <a:t>S3 (Processed Zone)</a:t>
            </a:r>
            <a:r>
              <a:rPr lang="en-GB" dirty="0"/>
              <a:t> — organized and cleaned for analysis.</a:t>
            </a:r>
          </a:p>
          <a:p>
            <a:r>
              <a:rPr lang="en-GB" dirty="0"/>
              <a:t>Acts as a </a:t>
            </a:r>
            <a:r>
              <a:rPr lang="en-GB" b="1" dirty="0"/>
              <a:t>central data lake</a:t>
            </a:r>
            <a:r>
              <a:rPr lang="en-GB" dirty="0"/>
              <a:t>.</a:t>
            </a:r>
          </a:p>
          <a:p>
            <a:r>
              <a:rPr lang="en-GB" b="1" dirty="0"/>
              <a:t>4. Processing Layer (⚙️ Glue ETL + Crawler)</a:t>
            </a:r>
          </a:p>
          <a:p>
            <a:r>
              <a:rPr lang="en-GB" b="1" dirty="0"/>
              <a:t>AWS Glue Streaming Job (</a:t>
            </a:r>
            <a:r>
              <a:rPr lang="en-GB" b="1" dirty="0" err="1"/>
              <a:t>PySpark</a:t>
            </a:r>
            <a:r>
              <a:rPr lang="en-GB" b="1" dirty="0"/>
              <a:t>)</a:t>
            </a:r>
            <a:r>
              <a:rPr lang="en-GB" dirty="0"/>
              <a:t> cleans and transforms raw JSON data into structured format.</a:t>
            </a:r>
          </a:p>
          <a:p>
            <a:r>
              <a:rPr lang="en-GB" dirty="0"/>
              <a:t>A </a:t>
            </a:r>
            <a:r>
              <a:rPr lang="en-GB" b="1" dirty="0"/>
              <a:t>Glue Crawler</a:t>
            </a:r>
            <a:r>
              <a:rPr lang="en-GB" dirty="0"/>
              <a:t> updates the </a:t>
            </a:r>
            <a:r>
              <a:rPr lang="en-GB" b="1" dirty="0"/>
              <a:t>Data </a:t>
            </a:r>
            <a:r>
              <a:rPr lang="en-GB" b="1" dirty="0" err="1"/>
              <a:t>Catalog</a:t>
            </a:r>
            <a:r>
              <a:rPr lang="en-GB" dirty="0"/>
              <a:t>, automatically detecting schema and data types.</a:t>
            </a:r>
          </a:p>
          <a:p>
            <a:r>
              <a:rPr lang="en-GB" dirty="0"/>
              <a:t>Key metrics like </a:t>
            </a:r>
            <a:r>
              <a:rPr lang="en-GB" b="1" dirty="0"/>
              <a:t>average signal strength</a:t>
            </a:r>
            <a:r>
              <a:rPr lang="en-GB" dirty="0"/>
              <a:t> and </a:t>
            </a:r>
            <a:r>
              <a:rPr lang="en-GB" b="1" dirty="0"/>
              <a:t>network status</a:t>
            </a:r>
            <a:r>
              <a:rPr lang="en-GB" dirty="0"/>
              <a:t> are computed here.</a:t>
            </a:r>
          </a:p>
          <a:p>
            <a:r>
              <a:rPr lang="en-GB" b="1" dirty="0"/>
              <a:t>5. Query Layer (🔍 Athena)</a:t>
            </a:r>
          </a:p>
          <a:p>
            <a:r>
              <a:rPr lang="en-GB" b="1" dirty="0"/>
              <a:t>Amazon Athena</a:t>
            </a:r>
            <a:r>
              <a:rPr lang="en-GB" dirty="0"/>
              <a:t> runs SQL queries directly on processed S3 data.</a:t>
            </a:r>
          </a:p>
          <a:p>
            <a:r>
              <a:rPr lang="en-GB" dirty="0"/>
              <a:t>Enables analysts to get </a:t>
            </a:r>
            <a:r>
              <a:rPr lang="en-GB" b="1" dirty="0"/>
              <a:t>on-demand insights</a:t>
            </a:r>
            <a:r>
              <a:rPr lang="en-GB" dirty="0"/>
              <a:t> without complex setup.</a:t>
            </a:r>
          </a:p>
          <a:p>
            <a:r>
              <a:rPr lang="en-GB" dirty="0"/>
              <a:t>Example queries: </a:t>
            </a:r>
            <a:r>
              <a:rPr lang="en-GB" i="1" dirty="0"/>
              <a:t>“Average signal per region”</a:t>
            </a:r>
            <a:r>
              <a:rPr lang="en-GB" dirty="0"/>
              <a:t>, </a:t>
            </a:r>
            <a:r>
              <a:rPr lang="en-GB" i="1" dirty="0"/>
              <a:t>“GPS accuracy by postal code”</a:t>
            </a:r>
            <a:r>
              <a:rPr lang="en-GB" dirty="0"/>
              <a:t>.</a:t>
            </a:r>
          </a:p>
          <a:p>
            <a:r>
              <a:rPr lang="en-GB" b="1" dirty="0"/>
              <a:t>6. Result Storage (📊 S3 Query Results)</a:t>
            </a:r>
          </a:p>
          <a:p>
            <a:r>
              <a:rPr lang="en-GB" dirty="0"/>
              <a:t>Query results are stored back in </a:t>
            </a:r>
            <a:r>
              <a:rPr lang="en-GB" b="1" dirty="0"/>
              <a:t>S3</a:t>
            </a:r>
            <a:r>
              <a:rPr lang="en-GB" dirty="0"/>
              <a:t> for easy visualization and reuse.</a:t>
            </a:r>
          </a:p>
          <a:p>
            <a:r>
              <a:rPr lang="en-GB" dirty="0"/>
              <a:t>Can be connected to </a:t>
            </a:r>
            <a:r>
              <a:rPr lang="en-GB" b="1" dirty="0" err="1"/>
              <a:t>QuickSight</a:t>
            </a:r>
            <a:r>
              <a:rPr lang="en-GB" b="1" dirty="0"/>
              <a:t> or dashboards</a:t>
            </a:r>
            <a:r>
              <a:rPr lang="en-GB" dirty="0"/>
              <a:t> for reporting.</a:t>
            </a:r>
          </a:p>
          <a:p>
            <a:r>
              <a:rPr lang="en-GB" b="1" dirty="0"/>
              <a:t>7. Monitoring Layer (📉 CloudWatch)</a:t>
            </a:r>
          </a:p>
          <a:p>
            <a:r>
              <a:rPr lang="en-GB" b="1" dirty="0"/>
              <a:t>AWS CloudWatch</a:t>
            </a:r>
            <a:r>
              <a:rPr lang="en-GB" dirty="0"/>
              <a:t> tracks ETL job metrics, Kinesis stream health, and system alerts.</a:t>
            </a:r>
          </a:p>
          <a:p>
            <a:r>
              <a:rPr lang="en-GB" dirty="0"/>
              <a:t>Ensures </a:t>
            </a:r>
            <a:r>
              <a:rPr lang="en-GB" b="1" dirty="0"/>
              <a:t>pipeline reliability</a:t>
            </a:r>
            <a:r>
              <a:rPr lang="en-GB" dirty="0"/>
              <a:t> and early detection of data flow issues.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This section demonstrates how we implemented each AWS component step-by-step — from streaming data to generating analytical insights.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57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Python script is designed to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simulate streaming data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a local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 file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an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Kinesis Data Stream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processes the CSV data, converts each row into a JSON object, and then sends it as a record to the Kinesis stream.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a breakdown of the script's components and actions:</a:t>
            </a:r>
          </a:p>
          <a:p>
            <a:pPr rtl="0"/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💻 Dependencies and Setup</a:t>
            </a: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csv,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time, boto3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Imports necessary Python modules: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csv: To read and process the CSV file.</a:t>
            </a:r>
          </a:p>
          <a:p>
            <a:pPr lvl="1" rtl="0"/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To convert the CSV row (dictionary) into a JSON string for the Kinesis record.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time: To introduce a delay between sending records (simulating a stream).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boto3: The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Web Services (AWS) SDK for Python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used to interact with Kinesis.</a:t>
            </a: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Constants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STREAM_NAME = "kinesis-mobile-log-stream": Specifies the name of the target Kinesis Data Stream.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CSV_PATH = "mobile-logs.csv": Specifies the path to the local data file.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SLEEP = 0.05: Defines the pause (in seconds) between sending each record.</a:t>
            </a: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Kinesis Client Initialization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kinesis = boto3.client("kinesis",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region_name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="us-east-1"): Creates a client object to interact with the Kinesis service, specifically in the us-east-1 region.</a:t>
            </a:r>
          </a:p>
          <a:p>
            <a:pPr rtl="0"/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🚀 Data Processing and Streaming Logic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of the script is the loop that reads the file and sends data:</a:t>
            </a: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 and Read CSV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open(CSV_PATH, 'r') as f: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reader =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csv.DictReader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(f)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Opens the file at CSV_PATH for reading.</a:t>
            </a:r>
          </a:p>
          <a:p>
            <a:pPr lvl="1" rtl="0"/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csv.DictReader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(f) treats each row in the CSV as a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dictionary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where the keys are the column headers.</a:t>
            </a: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Iterate and Send Records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row in enumerate(reader):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data =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json.dumps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(row)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kinesis.put_record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StreamName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=STREAM_NAME, Data=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data.encode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('utf-8'),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PartitionKey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=str(i%10))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... (logging and sleep)</a:t>
            </a:r>
          </a:p>
          <a:p>
            <a:pPr lvl="1"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row in enumerate(reader):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Loops through each row (row is a dictionary) and keeps track of the record index (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=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json.dumps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(row)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Converts the dictionary (row) into a JSON formatted string. Kinesis records typically contain JSON or similar serialized data.</a:t>
            </a:r>
          </a:p>
          <a:p>
            <a:pPr lvl="1" rtl="0"/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kinesis.put_record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(...)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This is the crucial AWS SDK call that sends the data:</a:t>
            </a:r>
          </a:p>
          <a:p>
            <a:pPr lvl="2" rtl="0"/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StreamName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=STREAM_NAME: Targets the specified Kinesis stream.</a:t>
            </a:r>
          </a:p>
          <a:p>
            <a:pPr lvl="2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Data=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data.encode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('utf-8'): The JSON string is encoded into bytes (UTF-8) before being sent, as Kinesis expects a byte array.</a:t>
            </a:r>
          </a:p>
          <a:p>
            <a:pPr lvl="2" rtl="0"/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PartitionKey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=str(i%10): Assigns a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 Key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record. The modulo operation (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 10) ensures that records are distributed across 10 different partition keys (e.g., "0", "1", "2", ..., "9"). The Partition Key is essential for Kinesis to determine which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shard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 logical partition of the stream) the record will be written to, ensuring even data distribution.</a:t>
            </a: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 Control and Monitoring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 50 == 0: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print("sent",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time.sleep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(SLEEP)</a:t>
            </a:r>
          </a:p>
          <a:p>
            <a:pPr lvl="1"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Logging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Prints a status update every 50 records to show progress.</a:t>
            </a:r>
          </a:p>
          <a:p>
            <a:pPr lvl="1"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Delay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time.sleep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(0.05) ensures the records are sent at a slow, controlled rate, mimicking a steady stream of data rather than a bulk upload, which is a common pattern for data stream producers.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essence, the script acts as a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sending records to the Kinesis Data Stream, which can then be processed by a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Consumer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application (not shown here).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 you like to know more about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Kinesis Data Streams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see an example of how the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 Key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affects record distribution?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95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31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5C780-F223-32CC-4A1C-9E757E60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17AA0-8D76-AD2D-DE5A-9D5133362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15D6F-30E5-BDB4-12C7-80156B6F9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CCA22-0C87-38E3-5415-739454D4D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33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9D127-622C-A507-AAA1-355B8884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F0C53-F4CE-C1FC-50FE-77DAD1681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A0685-CAAC-3BD7-825C-48D971401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18196-44B7-0073-324C-CAB8099C5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98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49E8C-0F44-2AD9-414C-A513752A2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00908-0B27-3FF9-4DC2-EFD2F5390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EE85F-49C4-9948-6238-89C107AA8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79E3F-8FDB-6D63-012F-76FA1A993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95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2F919-4671-CB50-1624-5BB673BC1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DFC47-F9A2-BF79-4A8C-0DEF969D1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FE18D-D449-A73F-A60D-81AC575A9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3C147-922C-89A1-ECDB-869F07E35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52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74051-AC8A-D29B-DD9C-FAEB481AA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A8CA3-21CE-6A3E-8401-2F3C5BDDC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1C372-25BB-83CE-57E6-096C546D4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B8591-6150-B16E-0DB4-B3043E7ED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05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DF23E-362A-5C91-4E6A-BF0A16FC9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CEF03-B593-F307-6D3E-D148EF93D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B90A7-DDE4-30B8-531E-3FBAD9350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881F8-D656-3FBA-A5F5-22B595EF6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02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B9BA8-4BA6-4B4E-7EC2-B0C200D37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C3CEA8-BA54-FE81-FC1C-F41D50C43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FF9CF-440C-A6B3-668B-B521878ED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03109-AE70-C654-7679-3AA8D0BB5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46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A44E1-F5B9-A3C4-8E12-BD2BFA12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3200C-71A2-4E8B-B217-7D4B52906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90F40-F593-38B3-915D-05DE7097C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97EC2-D8BF-9BEF-6A66-D835CE686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14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521D-6B19-ACB0-EFC2-915302420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F54C2-BBD3-4958-519E-50BFD92CF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A8F1F-CA6D-2CA2-CDD2-59CB2561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BEF95-763A-7E30-DE89-288C6EA8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E365E-908C-A13C-EDBA-B3293D73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88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D19EF-F52A-4DB9-25CF-06595CE5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B53D3-3C4B-109B-B5B0-53A7BEB28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6F7EF-C027-98A9-DC6E-A609F212E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543C7-4D02-C22B-DFCD-F383E37E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E0D91-A666-3F3C-0027-E26495DCB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9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5EB3-B3C3-6808-0E2D-6E45B244A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26D3F-0C84-B2F7-7904-3532C9F39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1E7A-D42C-5C22-5E53-7163CF2FE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49CF7-4FD4-2AC1-A004-61D3514E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27BAC-F0B9-50B1-0C0A-DEEDA503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239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5F67-D06D-DA92-0B7F-74265A2A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A41B8-AE6D-13C1-198F-6E2E20BFD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F184C-C570-3454-6810-5D2897871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76AD9-BE7D-0A9C-3B52-CD900743D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3E0A-A4D7-05FB-1689-0ABDC948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C380B-84C9-CC50-03EF-2DF06F12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433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0B3D-DBA4-B92F-6D92-19AE6C7A2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48911-1CE7-966D-864F-1038F378E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6C883-BD7E-46D6-23B2-22864F559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FD4C0-F3AC-5254-A051-66D700D96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BE85C-A1C9-77E3-99AB-C67EC9ED9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DE4BF8-DD0F-7B99-E1CF-A0296F4B4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96E9D-E8EA-EB8F-68CD-95D16B57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B8DA2-1D86-19D3-C7A2-9CBDA500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9C935-97C3-558C-B600-69A1A3C5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20710-10C4-AA0E-F8B4-BDF0C6E3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29551-A30F-EF5F-9AE8-A60D6B45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7F693-581E-5DF1-213B-B932A163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919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263C8B-E38A-DFE2-4ACE-93F84C30B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EB31B1-016C-86EE-2A6B-0CFFB855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82AEE-85C9-20D4-11DA-D173CA5C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786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5CDD-B80D-9784-EA1C-C37D3F7A9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80745-D46D-2A68-CD7B-A675AA4E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87FE9-C663-7ACB-34C1-E89D5EB4F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DD143-D2B6-7222-BAB2-730B4CF2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2925F-45C8-3865-3A18-43BDE3BD8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7B7EB-405F-E003-DECD-81B75B07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64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90D04-DBA8-15D4-1893-01E81FBB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59742-BD91-0376-43E1-80638E14F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24CD-9125-C692-EABB-21A589B1D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2CF3F-DA83-181A-A188-E89A5B88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1F18C-05FA-1FD4-BD86-B4ACF87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26BEB-D872-E386-F2A0-2316A29D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458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58AE6-337E-21B2-A10F-75C9FA53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51174-C4A3-4E87-8D45-297733A27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608B-0666-9958-E5DF-50EE11DF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45C01-B6B6-10DB-39F5-B0698E4D7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B1245-F664-C0DC-4D2D-1D7FBB64D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25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A12ED-46D9-2607-C8C8-C16F0321B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FC252-4166-7E43-F4FC-9880B695B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B9C95-C237-14FE-3756-25E5BCCF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176EB-D6BC-8855-BE7F-4919C4B6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A4B3F-1215-242F-6D55-0A58ADB9C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064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520239-92C6-873C-986A-40EA4F554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8AE8C-3B85-68C4-9BEA-9F661E38E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77FEF-FF99-ACB8-B09D-5D056C23B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BD6A9-A395-44A7-B4A3-31518BFD952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9FB3E-FB79-B435-C1C2-7D2146E25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E1EE-C3CA-B238-4089-36FDAE64F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6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B1C56-F180-B6EA-6323-B61100B98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045" y="2307866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en-US" sz="6600" dirty="0"/>
              <a:t>Telecom Signal Stream</a:t>
            </a:r>
            <a:br>
              <a:rPr lang="en-US" sz="6600" dirty="0"/>
            </a:br>
            <a:br>
              <a:rPr lang="en-US" sz="6600" dirty="0"/>
            </a:br>
            <a:r>
              <a:rPr lang="en-US" sz="5400" dirty="0"/>
              <a:t>Data Forge</a:t>
            </a:r>
            <a:endParaRPr lang="en-US" sz="6600" dirty="0"/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ignal tower - Free communications icons">
            <a:extLst>
              <a:ext uri="{FF2B5EF4-FFF2-40B4-BE49-F238E27FC236}">
                <a16:creationId xmlns:a16="http://schemas.microsoft.com/office/drawing/2014/main" id="{6F05D2DD-BF3E-A825-C441-6A2E117EE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81544" y="1267079"/>
            <a:ext cx="4087368" cy="408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146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Team Members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dirty="0"/>
              <a:t>Ijaz Ahmad S</a:t>
            </a:r>
          </a:p>
          <a:p>
            <a:r>
              <a:rPr lang="en-IN" dirty="0"/>
              <a:t>Kavya Bhatta S</a:t>
            </a:r>
          </a:p>
          <a:p>
            <a:r>
              <a:rPr lang="en-IN" dirty="0"/>
              <a:t>Rakesh Kumar    </a:t>
            </a:r>
          </a:p>
          <a:p>
            <a:r>
              <a:rPr lang="en-IN" dirty="0"/>
              <a:t>Sahana J Upadhyaya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6150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41" y="799498"/>
            <a:ext cx="5013129" cy="530318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1400" b="1" dirty="0"/>
              <a:t>Problem Statement</a:t>
            </a:r>
          </a:p>
          <a:p>
            <a:pPr lvl="1"/>
            <a:r>
              <a:rPr lang="en-GB" sz="1400" dirty="0"/>
              <a:t>Telecom companies generate huge volumes of mobile-signal data every day.</a:t>
            </a:r>
          </a:p>
          <a:p>
            <a:pPr lvl="1"/>
            <a:r>
              <a:rPr lang="en-GB" sz="1400" dirty="0"/>
              <a:t>Delayed or manual analysis slows down issue detection and response.</a:t>
            </a:r>
          </a:p>
          <a:p>
            <a:pPr lvl="1"/>
            <a:r>
              <a:rPr lang="en-GB" sz="1400" dirty="0"/>
              <a:t>Need a real-time solution to monitor and analyse network health instantly.</a:t>
            </a:r>
          </a:p>
          <a:p>
            <a:pPr marL="457200" lvl="1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US" sz="1400" b="1" dirty="0"/>
              <a:t>Objective</a:t>
            </a:r>
          </a:p>
          <a:p>
            <a:pPr lvl="1"/>
            <a:r>
              <a:rPr lang="en-GB" sz="1400" dirty="0"/>
              <a:t>Build a real-time analytics pipeline using AWS Kinesis, Glue, Athena, and CloudWatch.</a:t>
            </a:r>
          </a:p>
          <a:p>
            <a:pPr lvl="1"/>
            <a:r>
              <a:rPr lang="en-GB" sz="1400" dirty="0"/>
              <a:t>Enable continuous tracking of key metrics like signal strength, GPS precision, and network status.</a:t>
            </a:r>
          </a:p>
          <a:p>
            <a:pPr lvl="1"/>
            <a:endParaRPr lang="en-IN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/>
              <a:t>Use Case</a:t>
            </a:r>
          </a:p>
          <a:p>
            <a:pPr lvl="1"/>
            <a:r>
              <a:rPr lang="en-US" sz="1400" dirty="0"/>
              <a:t>Simulate mobile log data (CSV) as live stream via Kinesis.</a:t>
            </a:r>
          </a:p>
          <a:p>
            <a:pPr lvl="1"/>
            <a:r>
              <a:rPr lang="en-US" sz="1400" dirty="0"/>
              <a:t>Perform ETL and cleaning using AWS Glue.</a:t>
            </a:r>
          </a:p>
          <a:p>
            <a:pPr lvl="1"/>
            <a:r>
              <a:rPr lang="en-US" sz="1400" dirty="0"/>
              <a:t>Store curated data in S3 and query insights with Athena.</a:t>
            </a:r>
          </a:p>
          <a:p>
            <a:pPr lvl="1"/>
            <a:r>
              <a:rPr lang="en-US" sz="1400" dirty="0"/>
              <a:t>Key Metrics:</a:t>
            </a:r>
          </a:p>
          <a:p>
            <a:pPr lvl="2"/>
            <a:r>
              <a:rPr lang="en-US" sz="1400" dirty="0"/>
              <a:t> Avg. Signal Strength per Region</a:t>
            </a:r>
          </a:p>
          <a:p>
            <a:pPr lvl="2"/>
            <a:r>
              <a:rPr lang="en-US" sz="1400" dirty="0"/>
              <a:t>GPS Accuracy per Postal Area and Operator</a:t>
            </a:r>
          </a:p>
          <a:p>
            <a:pPr lvl="2"/>
            <a:r>
              <a:rPr lang="en-US" sz="1400" dirty="0"/>
              <a:t>Network activity (</a:t>
            </a:r>
            <a:r>
              <a:rPr lang="en-GB" sz="1400" dirty="0"/>
              <a:t>Still, Tilting, Unknown, </a:t>
            </a:r>
            <a:r>
              <a:rPr lang="en-GB" sz="1400" dirty="0" err="1"/>
              <a:t>On_Foot</a:t>
            </a:r>
            <a:r>
              <a:rPr lang="en-GB" sz="1400" dirty="0"/>
              <a:t>, </a:t>
            </a:r>
            <a:r>
              <a:rPr lang="en-GB" sz="1400" dirty="0" err="1"/>
              <a:t>In_Vehicle</a:t>
            </a:r>
            <a:r>
              <a:rPr lang="en-US" sz="1400" dirty="0"/>
              <a:t>)</a:t>
            </a:r>
          </a:p>
          <a:p>
            <a:pPr marL="457200" lvl="1" indent="0">
              <a:buNone/>
            </a:pPr>
            <a:endParaRPr lang="en-GB" sz="10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A1E39-DFBF-120D-432E-065E01A4AE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57"/>
          <a:stretch>
            <a:fillRect/>
          </a:stretch>
        </p:blipFill>
        <p:spPr>
          <a:xfrm>
            <a:off x="6578686" y="1523401"/>
            <a:ext cx="5470894" cy="328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60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3CE2-756B-7AAF-5ABC-2CC95C8F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C601-16B9-13C6-2A8F-0BDF1358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49BD7-F02D-92AD-7ADB-21202A6D5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lstStyle/>
          <a:p>
            <a:r>
              <a:rPr lang="en-IN" sz="2400" dirty="0"/>
              <a:t>Schema &amp; Sample</a:t>
            </a:r>
          </a:p>
          <a:p>
            <a:pPr lvl="1"/>
            <a:r>
              <a:rPr lang="en-IN" sz="1600" dirty="0"/>
              <a:t>Dataset :  </a:t>
            </a:r>
            <a:r>
              <a:rPr lang="en-IN" sz="1600" dirty="0" err="1"/>
              <a:t>mobile_logs</a:t>
            </a:r>
            <a:endParaRPr lang="en-IN" sz="1600" dirty="0"/>
          </a:p>
          <a:p>
            <a:pPr lvl="1"/>
            <a:r>
              <a:rPr lang="en-IN" sz="1600" dirty="0"/>
              <a:t>Format – csv</a:t>
            </a:r>
          </a:p>
          <a:p>
            <a:pPr lvl="1"/>
            <a:r>
              <a:rPr lang="en-IN" sz="1600" dirty="0"/>
              <a:t>Streaming Data</a:t>
            </a:r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34DA9-86B6-38FF-215D-782D1F5466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39"/>
          <a:stretch>
            <a:fillRect/>
          </a:stretch>
        </p:blipFill>
        <p:spPr>
          <a:xfrm>
            <a:off x="0" y="4058817"/>
            <a:ext cx="12229208" cy="15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High-Level Architecture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4D4794-8148-60E5-6862-BE4F80B23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9" t="5891" r="2550" b="3194"/>
          <a:stretch>
            <a:fillRect/>
          </a:stretch>
        </p:blipFill>
        <p:spPr>
          <a:xfrm>
            <a:off x="25518" y="1483567"/>
            <a:ext cx="12113610" cy="500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76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CA5C-B9BB-3C3C-910A-A0A760C49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Services Used: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0A16E8-D37E-357B-B6FE-FA45045C7A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805104"/>
              </p:ext>
            </p:extLst>
          </p:nvPr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113556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88467985"/>
                    </a:ext>
                  </a:extLst>
                </a:gridCol>
              </a:tblGrid>
              <a:tr h="363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268936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Amazon S3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Central data lake (stores raw, processed, scripts, checkpoints, and query outputs).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277186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Amazon Kinesis Data Stream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Real-time ingestion of mobile log data (acts as the streaming data source).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286027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AWS Glue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Performs ETL processing (Spark Streaming job reads from Kinesis, writes to S3 in Parquet).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436824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AWS IAM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Provides roles and permissions for Glue, Kinesis, and S3 access control.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892023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Amazon Athena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Serverless query engine to analyze processed data stored in S3 using SQL.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276946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Amazon CloudWatch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Monitors Glue job execution and logs for troubleshooting.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54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69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089" y="2517775"/>
            <a:ext cx="10515600" cy="1325563"/>
          </a:xfrm>
        </p:spPr>
        <p:txBody>
          <a:bodyPr/>
          <a:lstStyle/>
          <a:p>
            <a:r>
              <a:rPr lang="en-IN" dirty="0"/>
              <a:t>Detailed Pipeline Flow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73C188-1266-5304-ACF2-ED008EC35A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0900" y="152400"/>
            <a:ext cx="3558789" cy="6516779"/>
          </a:xfrm>
        </p:spPr>
      </p:pic>
    </p:spTree>
    <p:extLst>
      <p:ext uri="{BB962C8B-B14F-4D97-AF65-F5344CB8AC3E}">
        <p14:creationId xmlns:p14="http://schemas.microsoft.com/office/powerpoint/2010/main" val="2692272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 Ingestion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ABB397-E040-F1EC-A4F7-9FC9CC792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21" y="1524815"/>
            <a:ext cx="7072830" cy="49680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949189-C870-8F61-4B48-11EA5F2EF3EC}"/>
              </a:ext>
            </a:extLst>
          </p:cNvPr>
          <p:cNvSpPr txBox="1"/>
          <p:nvPr/>
        </p:nvSpPr>
        <p:spPr>
          <a:xfrm>
            <a:off x="7734300" y="1558153"/>
            <a:ext cx="36195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Python Data Ingestion Script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Simulates real-time telecom data from 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Converts each row to JSON and sends it to Kinesis Data Stream.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Handles retries and batching for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64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Role Creation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746259-A812-3AF2-4E57-0A3F25CF8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4820"/>
            <a:ext cx="5257800" cy="3964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82B5DE-2153-7E27-DF73-53E023635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393498"/>
            <a:ext cx="10877550" cy="219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4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E778-F27E-551D-302F-6F69CA8A4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AE93-AE44-C328-E458-48A2D518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S3 Bucket Setup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87BCF-FFF3-671F-C552-83E41530D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data-forge-bkt1</a:t>
            </a:r>
          </a:p>
          <a:p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2B4F9E-89F4-8EEB-AFC7-2851E4743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0187"/>
            <a:ext cx="4743450" cy="14129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6887F8-2522-9E76-2B9F-19142D5BCA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01"/>
          <a:stretch>
            <a:fillRect/>
          </a:stretch>
        </p:blipFill>
        <p:spPr>
          <a:xfrm>
            <a:off x="5904740" y="1825625"/>
            <a:ext cx="5449060" cy="1486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A120F7-6455-9CDE-81BE-1CB55F121F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164"/>
          <a:stretch>
            <a:fillRect/>
          </a:stretch>
        </p:blipFill>
        <p:spPr>
          <a:xfrm>
            <a:off x="838200" y="3546195"/>
            <a:ext cx="10604500" cy="3086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1448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0EA37-81B0-E0A9-1896-38B070BCF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6CB3E-15F9-E95F-8AC7-09C0E6115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Kinesis Data Stream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23F78-B9D4-82CE-34D3-BAE889E6E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247" y="1399643"/>
            <a:ext cx="497602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600" dirty="0"/>
              <a:t>Serverless Amazon Web Services (AWS) service for processing and </a:t>
            </a:r>
            <a:r>
              <a:rPr lang="en-GB" sz="1600" dirty="0" err="1"/>
              <a:t>analyzing</a:t>
            </a:r>
            <a:r>
              <a:rPr lang="en-GB" sz="1600" dirty="0"/>
              <a:t> real-time streaming data at scale.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74DD7E-0D77-3AE4-CC97-C5B70AFBF8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418"/>
          <a:stretch>
            <a:fillRect/>
          </a:stretch>
        </p:blipFill>
        <p:spPr>
          <a:xfrm>
            <a:off x="6257733" y="838353"/>
            <a:ext cx="5781869" cy="16194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9B6D62-5F75-8418-F0D2-4920763ED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566" y="3224969"/>
            <a:ext cx="9461500" cy="3082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7290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4B034-0BA3-13B9-2E23-14E051989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A777-CD35-1F94-E64F-7E889407C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AWS Glue Streaming ETL Job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B6592-E7A7-4FB5-BC3E-71DD25004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5243" cy="4351338"/>
          </a:xfrm>
        </p:spPr>
        <p:txBody>
          <a:bodyPr>
            <a:normAutofit/>
          </a:bodyPr>
          <a:lstStyle/>
          <a:p>
            <a:r>
              <a:rPr lang="en-GB" sz="1400" dirty="0"/>
              <a:t>Serverless Amazon Web Services (AWS) service for processing and </a:t>
            </a:r>
            <a:r>
              <a:rPr lang="en-GB" sz="1400" dirty="0" err="1"/>
              <a:t>analyzing</a:t>
            </a:r>
            <a:r>
              <a:rPr lang="en-GB" sz="1400" dirty="0"/>
              <a:t> real-time streaming data at scale</a:t>
            </a:r>
            <a:r>
              <a:rPr lang="en-GB" sz="2000" dirty="0"/>
              <a:t>.</a:t>
            </a:r>
            <a:endParaRPr lang="en-GB" sz="1400" dirty="0"/>
          </a:p>
          <a:p>
            <a:r>
              <a:rPr lang="en-GB" sz="1400" dirty="0"/>
              <a:t>N</a:t>
            </a:r>
            <a:r>
              <a:rPr lang="en-US" sz="1400" dirty="0" err="1"/>
              <a:t>ame</a:t>
            </a:r>
            <a:r>
              <a:rPr lang="en-US" sz="1400" dirty="0"/>
              <a:t> : kinesis-mobile-log-stream</a:t>
            </a:r>
          </a:p>
          <a:p>
            <a:r>
              <a:rPr lang="en-US" sz="1400" dirty="0"/>
              <a:t>Shard count = 1</a:t>
            </a:r>
          </a:p>
          <a:p>
            <a:pPr lvl="1"/>
            <a:r>
              <a:rPr lang="en-GB" sz="1100" dirty="0"/>
              <a:t>Each shard supports ~1MB/sec data write and 2MB/sec read.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6C0DB-9100-BF3D-4861-2D81CC3B3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5274" y="3398194"/>
            <a:ext cx="12192000" cy="3459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6F94A6-49ED-1FE1-A5F3-10704E5D5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780" y="1508402"/>
            <a:ext cx="6954220" cy="48489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B5CC3B-3963-ACF2-C324-8CA676D19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636" y="3648269"/>
            <a:ext cx="5538364" cy="217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02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8425F-65ED-3E64-71FD-BC2CFA956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FC51-3CA2-D0F3-9B60-9181C7B5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KPI’s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EC3DD2-F8D5-A33C-E959-72D221DB7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50893" y="1825625"/>
            <a:ext cx="61204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34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291AD-0B52-F59D-B32E-52A0CB77F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CF2F-FEFD-71D6-F852-D2512E1B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KPI’s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50A34-A9FF-0D9B-5A61-913186DED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7BFB48-9931-D621-AB98-DF9793A3E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733" y="1520212"/>
            <a:ext cx="9974067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702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E1160-583C-62D5-829C-87C7F968C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33DA-FA31-B71D-D859-C6639364F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KPI’s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E829F-5315-36CF-26FC-3A494A744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BE9DB0-56EB-F8DD-2A68-35B84D8F5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12192000" cy="536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88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CAD81-9388-6AD2-ECA3-556D0022E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2C6B-3DE5-FE55-AFB7-25A31F052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KPI’s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70921-2BD2-4219-92E3-E2C8D60DE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FE195-6246-1CE0-51CD-0C200AE34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29" y="1548205"/>
            <a:ext cx="10688542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012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9B05A-3D1F-D8D0-59A4-D2A104F74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4DA2A-380B-456F-E4C0-357EDED8B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KPI’s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E4CDC-144D-684F-7D22-62A175BA6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37AA1-3102-D395-44B6-34BE9D676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82" y="1566602"/>
            <a:ext cx="10469436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30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segmentation insights</a:t>
            </a:r>
          </a:p>
          <a:p>
            <a:r>
              <a:rPr lang="en-US" dirty="0"/>
              <a:t>Subscription conversion insights</a:t>
            </a:r>
          </a:p>
          <a:p>
            <a:r>
              <a:rPr lang="en-US" dirty="0"/>
              <a:t>Sales patterns &amp; KPIs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722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Roles &amp;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 ownership by each member</a:t>
            </a:r>
          </a:p>
          <a:p>
            <a:r>
              <a:rPr lang="en-US" dirty="0"/>
              <a:t>Version control / collaboration summary (GitHub /JIRA / references)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314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1. AWS Data Pipeline : </a:t>
            </a:r>
            <a:r>
              <a:rPr lang="en-US" dirty="0" err="1"/>
              <a:t>DesignLearned</a:t>
            </a:r>
            <a:r>
              <a:rPr lang="en-US" dirty="0"/>
              <a:t> how to build a real-time data pipeline connecting Kinesis Data Stream → AWS Glue → S3 → Athena for end-to-end data processing.</a:t>
            </a:r>
          </a:p>
          <a:p>
            <a:r>
              <a:rPr lang="en-US" dirty="0"/>
              <a:t>Spark Structured </a:t>
            </a:r>
            <a:r>
              <a:rPr lang="en-US" dirty="0" err="1"/>
              <a:t>StreamingGained</a:t>
            </a:r>
            <a:r>
              <a:rPr lang="en-US" dirty="0"/>
              <a:t> hands-on experience with reading continuous streams using .</a:t>
            </a:r>
            <a:r>
              <a:rPr lang="en-US" dirty="0" err="1"/>
              <a:t>readStream</a:t>
            </a:r>
            <a:r>
              <a:rPr lang="en-US" dirty="0"/>
              <a:t> and writing results with .</a:t>
            </a:r>
            <a:r>
              <a:rPr lang="en-US" dirty="0" err="1"/>
              <a:t>writeStream</a:t>
            </a:r>
            <a:r>
              <a:rPr lang="en-US" dirty="0"/>
              <a:t>.</a:t>
            </a:r>
          </a:p>
          <a:p>
            <a:r>
              <a:rPr lang="en-IN" dirty="0"/>
              <a:t>5. Schema Handling &amp; Data </a:t>
            </a:r>
            <a:r>
              <a:rPr lang="en-IN" dirty="0" err="1"/>
              <a:t>TransformationPracticed</a:t>
            </a:r>
            <a:r>
              <a:rPr lang="en-IN" dirty="0"/>
              <a:t> defining JSON schemas, parsing dynamic data, and transforming raw data into structured CSV output.</a:t>
            </a:r>
          </a:p>
          <a:p>
            <a:r>
              <a:rPr lang="en-US" dirty="0"/>
              <a:t>8. Offline Testing &amp; Local </a:t>
            </a:r>
            <a:r>
              <a:rPr lang="en-US" dirty="0" err="1"/>
              <a:t>SimulationDeveloped</a:t>
            </a:r>
            <a:r>
              <a:rPr lang="en-US" dirty="0"/>
              <a:t> a local test setup using Docker + Spark to simulate streaming with JSON files before deploying to AWS. </a:t>
            </a:r>
          </a:p>
          <a:p>
            <a:r>
              <a:rPr lang="en-US" dirty="0"/>
              <a:t>10. AWS Cloud </a:t>
            </a:r>
            <a:r>
              <a:rPr lang="en-US" dirty="0" err="1"/>
              <a:t>IntegrationExplored</a:t>
            </a:r>
            <a:r>
              <a:rPr lang="en-US" dirty="0"/>
              <a:t> Glue Catalog, Athena, and S3 as a seamless ecosystem for data storage, querying, and analytics.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0551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29E52-0FBE-9D52-B175-7F050676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FC85-457B-462F-D7D3-34CC7166D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C6854-5717-3DD2-BA30-55C4E8025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Kinesis Connector Missing (</a:t>
            </a:r>
            <a:r>
              <a:rPr lang="en-US" dirty="0" err="1"/>
              <a:t>ClassNotFoundException</a:t>
            </a:r>
            <a:r>
              <a:rPr lang="en-US" dirty="0"/>
              <a:t>)Added the correct Spark-SQL-Kinesis connector JAR using --extra-jars or session configuration.</a:t>
            </a:r>
          </a:p>
          <a:p>
            <a:r>
              <a:rPr lang="en-US" dirty="0"/>
              <a:t>Streaming vs Batch </a:t>
            </a:r>
            <a:r>
              <a:rPr lang="en-US" dirty="0" err="1"/>
              <a:t>ConfusionRealized</a:t>
            </a:r>
            <a:r>
              <a:rPr lang="en-US" dirty="0"/>
              <a:t> that </a:t>
            </a:r>
            <a:r>
              <a:rPr lang="en-US" dirty="0" err="1"/>
              <a:t>writeStream</a:t>
            </a:r>
            <a:r>
              <a:rPr lang="en-US" dirty="0"/>
              <a:t> works only for streaming </a:t>
            </a:r>
            <a:r>
              <a:rPr lang="en-US" dirty="0" err="1"/>
              <a:t>DataFrames</a:t>
            </a:r>
            <a:r>
              <a:rPr lang="en-US" dirty="0"/>
              <a:t> and used </a:t>
            </a:r>
            <a:r>
              <a:rPr lang="en-US" dirty="0" err="1"/>
              <a:t>readStream</a:t>
            </a:r>
            <a:r>
              <a:rPr lang="en-US" dirty="0"/>
              <a:t> correctly instead of </a:t>
            </a:r>
            <a:r>
              <a:rPr lang="en-US" dirty="0" err="1"/>
              <a:t>from_catalog</a:t>
            </a:r>
            <a:r>
              <a:rPr lang="en-US" dirty="0"/>
              <a:t>()</a:t>
            </a:r>
          </a:p>
          <a:p>
            <a:r>
              <a:rPr lang="en-US" dirty="0"/>
              <a:t>Base64 Encoding of Kinesis </a:t>
            </a:r>
            <a:r>
              <a:rPr lang="en-US" dirty="0" err="1"/>
              <a:t>DataImplemented</a:t>
            </a:r>
            <a:r>
              <a:rPr lang="en-US" dirty="0"/>
              <a:t> decoding logic and parsed JSON correctly using Spark functions like </a:t>
            </a:r>
            <a:r>
              <a:rPr lang="en-US" dirty="0" err="1"/>
              <a:t>from_json</a:t>
            </a:r>
            <a:r>
              <a:rPr lang="en-US" dirty="0"/>
              <a:t>.</a:t>
            </a:r>
          </a:p>
          <a:p>
            <a:r>
              <a:rPr lang="en-US" dirty="0"/>
              <a:t>Time Conversion &amp; Null </a:t>
            </a:r>
            <a:r>
              <a:rPr lang="en-US" dirty="0" err="1"/>
              <a:t>HandlingCorrected</a:t>
            </a:r>
            <a:r>
              <a:rPr lang="en-US" dirty="0"/>
              <a:t> timestamp parsing (</a:t>
            </a:r>
            <a:r>
              <a:rPr lang="en-US" dirty="0" err="1"/>
              <a:t>to_timestamp</a:t>
            </a:r>
            <a:r>
              <a:rPr lang="en-US" dirty="0"/>
              <a:t>()) and used .</a:t>
            </a:r>
            <a:r>
              <a:rPr lang="en-US" dirty="0" err="1"/>
              <a:t>na.drop</a:t>
            </a:r>
            <a:r>
              <a:rPr lang="en-US" dirty="0"/>
              <a:t>() to clean invalid rows.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0015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EABEC-BBBC-D3F8-2AB6-D8A77849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FB823-083C-8B71-7BDA-310F2C2B7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Final Takeaways</a:t>
            </a:r>
          </a:p>
          <a:p>
            <a:r>
              <a:rPr lang="en-US" dirty="0"/>
              <a:t>Developed a </a:t>
            </a:r>
            <a:r>
              <a:rPr lang="en-US" b="1" dirty="0"/>
              <a:t>complete AWS streaming data pipeline</a:t>
            </a:r>
            <a:r>
              <a:rPr lang="en-US" dirty="0"/>
              <a:t> using managed services.</a:t>
            </a:r>
          </a:p>
          <a:p>
            <a:r>
              <a:rPr lang="en-US" dirty="0"/>
              <a:t>Improved understanding of </a:t>
            </a:r>
            <a:r>
              <a:rPr lang="en-US" b="1" dirty="0"/>
              <a:t>real-time ETL architecture</a:t>
            </a:r>
            <a:r>
              <a:rPr lang="en-US" dirty="0"/>
              <a:t> and </a:t>
            </a:r>
            <a:r>
              <a:rPr lang="en-US" b="1" dirty="0"/>
              <a:t>stream processing with Spark</a:t>
            </a:r>
            <a:r>
              <a:rPr lang="en-US" dirty="0"/>
              <a:t>.</a:t>
            </a:r>
          </a:p>
          <a:p>
            <a:r>
              <a:rPr lang="en-US" dirty="0"/>
              <a:t>Gained deep hands-on experience with </a:t>
            </a:r>
            <a:r>
              <a:rPr lang="en-US" b="1" dirty="0"/>
              <a:t>debugging, permissions, schema handling, and testing</a:t>
            </a:r>
            <a:r>
              <a:rPr lang="en-US" dirty="0"/>
              <a:t> in both AWS and Docker.</a:t>
            </a:r>
          </a:p>
          <a:p>
            <a:r>
              <a:rPr lang="en-US" dirty="0"/>
              <a:t>Ready to scale this pipeline for larger, real-time data workloads.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080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Future Scope</a:t>
            </a:r>
          </a:p>
          <a:p>
            <a:r>
              <a:rPr lang="en-US" b="1" dirty="0"/>
              <a:t>Real-Time Analytics Dashboard</a:t>
            </a:r>
            <a:br>
              <a:rPr lang="en-US" dirty="0"/>
            </a:br>
            <a:r>
              <a:rPr lang="en-US" dirty="0"/>
              <a:t>Integrate with </a:t>
            </a:r>
            <a:r>
              <a:rPr lang="en-US" b="1" dirty="0"/>
              <a:t>Amazon </a:t>
            </a:r>
            <a:r>
              <a:rPr lang="en-US" b="1" dirty="0" err="1"/>
              <a:t>QuickSight</a:t>
            </a:r>
            <a:r>
              <a:rPr lang="en-US" dirty="0"/>
              <a:t> or </a:t>
            </a:r>
            <a:r>
              <a:rPr lang="en-US" b="1" dirty="0"/>
              <a:t>Grafana</a:t>
            </a:r>
            <a:r>
              <a:rPr lang="en-US" dirty="0"/>
              <a:t> for live visualization of streaming data.</a:t>
            </a:r>
          </a:p>
          <a:p>
            <a:r>
              <a:rPr lang="en-US" b="1" dirty="0"/>
              <a:t>Data Quality &amp; Validation Layer</a:t>
            </a:r>
            <a:br>
              <a:rPr lang="en-US" dirty="0"/>
            </a:br>
            <a:r>
              <a:rPr lang="en-US" dirty="0"/>
              <a:t>Add </a:t>
            </a:r>
            <a:r>
              <a:rPr lang="en-US" b="1" dirty="0"/>
              <a:t>AWS Lambda</a:t>
            </a:r>
            <a:r>
              <a:rPr lang="en-US" dirty="0"/>
              <a:t> or </a:t>
            </a:r>
            <a:r>
              <a:rPr lang="en-US" b="1" dirty="0"/>
              <a:t>Glue triggers</a:t>
            </a:r>
            <a:r>
              <a:rPr lang="en-US" dirty="0"/>
              <a:t> to validate and cleanse data before storage.</a:t>
            </a:r>
          </a:p>
          <a:p>
            <a:r>
              <a:rPr lang="en-US" b="1" dirty="0"/>
              <a:t>Scalable Multi-Stream Integration</a:t>
            </a:r>
            <a:br>
              <a:rPr lang="en-US" dirty="0"/>
            </a:br>
            <a:r>
              <a:rPr lang="en-US" dirty="0"/>
              <a:t>Extend the pipeline to handle </a:t>
            </a:r>
            <a:r>
              <a:rPr lang="en-US" b="1" dirty="0"/>
              <a:t>multiple Kinesis streams</a:t>
            </a:r>
            <a:r>
              <a:rPr lang="en-US" dirty="0"/>
              <a:t> for different data sources or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896940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958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B61A-FDB1-4209-835A-B54B1095D7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787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2781</Words>
  <Application>Microsoft Office PowerPoint</Application>
  <PresentationFormat>Widescreen</PresentationFormat>
  <Paragraphs>256</Paragraphs>
  <Slides>25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Office Theme</vt:lpstr>
      <vt:lpstr>Telecom Signal Stream  Data Forge</vt:lpstr>
      <vt:lpstr>Team Members</vt:lpstr>
      <vt:lpstr>PowerPoint Presentation</vt:lpstr>
      <vt:lpstr>Input Data Overview</vt:lpstr>
      <vt:lpstr>High-Level Architecture</vt:lpstr>
      <vt:lpstr>Tools &amp; Services Used:</vt:lpstr>
      <vt:lpstr>Detailed Pipeline Flow</vt:lpstr>
      <vt:lpstr>Data Ingestion</vt:lpstr>
      <vt:lpstr>IAM Role Creation</vt:lpstr>
      <vt:lpstr>S3 Bucket Setup</vt:lpstr>
      <vt:lpstr>Kinesis Data Stream</vt:lpstr>
      <vt:lpstr>AWS Glue Streaming ETL Job</vt:lpstr>
      <vt:lpstr>KPI’s</vt:lpstr>
      <vt:lpstr>KPI’s</vt:lpstr>
      <vt:lpstr>KPI’s</vt:lpstr>
      <vt:lpstr>KPI’s</vt:lpstr>
      <vt:lpstr>KPI’s</vt:lpstr>
      <vt:lpstr>Business Output</vt:lpstr>
      <vt:lpstr>Roles &amp; Contributions</vt:lpstr>
      <vt:lpstr>Key Learnings</vt:lpstr>
      <vt:lpstr>Challenges</vt:lpstr>
      <vt:lpstr>PowerPoint Presentation</vt:lpstr>
      <vt:lpstr>Future Scope</vt:lpstr>
      <vt:lpstr>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Nagabhushan Mamadapur</dc:creator>
  <cp:lastModifiedBy>Sahana J</cp:lastModifiedBy>
  <cp:revision>23</cp:revision>
  <dcterms:created xsi:type="dcterms:W3CDTF">2025-10-27T09:00:12Z</dcterms:created>
  <dcterms:modified xsi:type="dcterms:W3CDTF">2025-11-05T01:56:02Z</dcterms:modified>
</cp:coreProperties>
</file>